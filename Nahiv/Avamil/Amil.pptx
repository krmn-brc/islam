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han Karaman" userId="ec277a7f08761a62" providerId="LiveId" clId="{A7318BDB-BC3B-435E-9587-295F14AD73EF}"/>
    <pc:docChg chg="undo redo custSel addSld modSld">
      <pc:chgData name="Ayhan Karaman" userId="ec277a7f08761a62" providerId="LiveId" clId="{A7318BDB-BC3B-435E-9587-295F14AD73EF}" dt="2026-10-11T20:39:06.415" v="2893" actId="6549"/>
      <pc:docMkLst>
        <pc:docMk/>
      </pc:docMkLst>
      <pc:sldChg chg="addSp delSp modSp new mod">
        <pc:chgData name="Ayhan Karaman" userId="ec277a7f08761a62" providerId="LiveId" clId="{A7318BDB-BC3B-435E-9587-295F14AD73EF}" dt="2026-10-11T18:45:36.315" v="660" actId="14100"/>
        <pc:sldMkLst>
          <pc:docMk/>
          <pc:sldMk cId="4077904148" sldId="256"/>
        </pc:sldMkLst>
        <pc:spChg chg="del">
          <ac:chgData name="Ayhan Karaman" userId="ec277a7f08761a62" providerId="LiveId" clId="{A7318BDB-BC3B-435E-9587-295F14AD73EF}" dt="2026-10-11T17:44:57.426" v="1" actId="478"/>
          <ac:spMkLst>
            <pc:docMk/>
            <pc:sldMk cId="4077904148" sldId="256"/>
            <ac:spMk id="2" creationId="{24F553AC-72CE-5FE5-6C47-FB2FE1E021C1}"/>
          </ac:spMkLst>
        </pc:spChg>
        <pc:spChg chg="del">
          <ac:chgData name="Ayhan Karaman" userId="ec277a7f08761a62" providerId="LiveId" clId="{A7318BDB-BC3B-435E-9587-295F14AD73EF}" dt="2026-10-11T17:45:03.084" v="2" actId="478"/>
          <ac:spMkLst>
            <pc:docMk/>
            <pc:sldMk cId="4077904148" sldId="256"/>
            <ac:spMk id="3" creationId="{AECAD991-06CA-9E06-E722-E4B33591F008}"/>
          </ac:spMkLst>
        </pc:spChg>
        <pc:spChg chg="add mod topLvl">
          <ac:chgData name="Ayhan Karaman" userId="ec277a7f08761a62" providerId="LiveId" clId="{A7318BDB-BC3B-435E-9587-295F14AD73EF}" dt="2026-10-11T18:38:34.794" v="465" actId="14100"/>
          <ac:spMkLst>
            <pc:docMk/>
            <pc:sldMk cId="4077904148" sldId="256"/>
            <ac:spMk id="4" creationId="{B18EA957-B910-98E5-A42C-78207747FB8A}"/>
          </ac:spMkLst>
        </pc:spChg>
        <pc:spChg chg="add mod topLvl">
          <ac:chgData name="Ayhan Karaman" userId="ec277a7f08761a62" providerId="LiveId" clId="{A7318BDB-BC3B-435E-9587-295F14AD73EF}" dt="2026-10-11T17:59:09.194" v="103" actId="165"/>
          <ac:spMkLst>
            <pc:docMk/>
            <pc:sldMk cId="4077904148" sldId="256"/>
            <ac:spMk id="5" creationId="{8DB23B2B-55E9-9652-30BD-D1D86BBEDC2E}"/>
          </ac:spMkLst>
        </pc:spChg>
        <pc:spChg chg="mod topLvl">
          <ac:chgData name="Ayhan Karaman" userId="ec277a7f08761a62" providerId="LiveId" clId="{A7318BDB-BC3B-435E-9587-295F14AD73EF}" dt="2026-10-11T18:42:53.434" v="640" actId="164"/>
          <ac:spMkLst>
            <pc:docMk/>
            <pc:sldMk cId="4077904148" sldId="256"/>
            <ac:spMk id="6" creationId="{EC103A0C-957F-1BC9-195E-F2C7D0417206}"/>
          </ac:spMkLst>
        </pc:spChg>
        <pc:spChg chg="add mod">
          <ac:chgData name="Ayhan Karaman" userId="ec277a7f08761a62" providerId="LiveId" clId="{A7318BDB-BC3B-435E-9587-295F14AD73EF}" dt="2026-10-11T18:39:07.658" v="468" actId="1076"/>
          <ac:spMkLst>
            <pc:docMk/>
            <pc:sldMk cId="4077904148" sldId="256"/>
            <ac:spMk id="7" creationId="{352A761E-607A-B0EE-DC23-25C903C873AF}"/>
          </ac:spMkLst>
        </pc:spChg>
        <pc:spChg chg="add mod">
          <ac:chgData name="Ayhan Karaman" userId="ec277a7f08761a62" providerId="LiveId" clId="{A7318BDB-BC3B-435E-9587-295F14AD73EF}" dt="2026-10-11T18:39:07.658" v="468" actId="1076"/>
          <ac:spMkLst>
            <pc:docMk/>
            <pc:sldMk cId="4077904148" sldId="256"/>
            <ac:spMk id="8" creationId="{4550505E-C276-452E-7551-1493668FA891}"/>
          </ac:spMkLst>
        </pc:spChg>
        <pc:spChg chg="add mod">
          <ac:chgData name="Ayhan Karaman" userId="ec277a7f08761a62" providerId="LiveId" clId="{A7318BDB-BC3B-435E-9587-295F14AD73EF}" dt="2026-10-11T18:39:07.658" v="468" actId="1076"/>
          <ac:spMkLst>
            <pc:docMk/>
            <pc:sldMk cId="4077904148" sldId="256"/>
            <ac:spMk id="9" creationId="{770CC54A-1557-23A8-BA83-7939ABB8851F}"/>
          </ac:spMkLst>
        </pc:spChg>
        <pc:spChg chg="add mod">
          <ac:chgData name="Ayhan Karaman" userId="ec277a7f08761a62" providerId="LiveId" clId="{A7318BDB-BC3B-435E-9587-295F14AD73EF}" dt="2026-10-11T18:39:07.658" v="468" actId="1076"/>
          <ac:spMkLst>
            <pc:docMk/>
            <pc:sldMk cId="4077904148" sldId="256"/>
            <ac:spMk id="10" creationId="{0E57F1E5-6086-9035-E011-14CC75306A78}"/>
          </ac:spMkLst>
        </pc:spChg>
        <pc:spChg chg="add mod">
          <ac:chgData name="Ayhan Karaman" userId="ec277a7f08761a62" providerId="LiveId" clId="{A7318BDB-BC3B-435E-9587-295F14AD73EF}" dt="2026-10-11T18:39:07.658" v="468" actId="1076"/>
          <ac:spMkLst>
            <pc:docMk/>
            <pc:sldMk cId="4077904148" sldId="256"/>
            <ac:spMk id="11" creationId="{09A3DDF9-242A-9AC0-41D5-BDC8AF49AF00}"/>
          </ac:spMkLst>
        </pc:spChg>
        <pc:spChg chg="add mod">
          <ac:chgData name="Ayhan Karaman" userId="ec277a7f08761a62" providerId="LiveId" clId="{A7318BDB-BC3B-435E-9587-295F14AD73EF}" dt="2026-10-11T18:39:07.658" v="468" actId="1076"/>
          <ac:spMkLst>
            <pc:docMk/>
            <pc:sldMk cId="4077904148" sldId="256"/>
            <ac:spMk id="12" creationId="{27349648-4E11-35D5-B255-958EDEAECCE2}"/>
          </ac:spMkLst>
        </pc:spChg>
        <pc:spChg chg="add mod">
          <ac:chgData name="Ayhan Karaman" userId="ec277a7f08761a62" providerId="LiveId" clId="{A7318BDB-BC3B-435E-9587-295F14AD73EF}" dt="2026-10-11T18:39:07.658" v="468" actId="1076"/>
          <ac:spMkLst>
            <pc:docMk/>
            <pc:sldMk cId="4077904148" sldId="256"/>
            <ac:spMk id="13" creationId="{0D5F918C-A590-54BE-DC23-DAE3B51E41B7}"/>
          </ac:spMkLst>
        </pc:spChg>
        <pc:spChg chg="add mod">
          <ac:chgData name="Ayhan Karaman" userId="ec277a7f08761a62" providerId="LiveId" clId="{A7318BDB-BC3B-435E-9587-295F14AD73EF}" dt="2026-10-11T18:39:07.658" v="468" actId="1076"/>
          <ac:spMkLst>
            <pc:docMk/>
            <pc:sldMk cId="4077904148" sldId="256"/>
            <ac:spMk id="14" creationId="{AA185710-8E14-2BA7-5B98-64DA5CA3F3C1}"/>
          </ac:spMkLst>
        </pc:spChg>
        <pc:spChg chg="add mod">
          <ac:chgData name="Ayhan Karaman" userId="ec277a7f08761a62" providerId="LiveId" clId="{A7318BDB-BC3B-435E-9587-295F14AD73EF}" dt="2026-10-11T18:39:07.658" v="468" actId="1076"/>
          <ac:spMkLst>
            <pc:docMk/>
            <pc:sldMk cId="4077904148" sldId="256"/>
            <ac:spMk id="15" creationId="{1EB97B78-4638-D170-C1CD-1D1C8F463BF4}"/>
          </ac:spMkLst>
        </pc:spChg>
        <pc:spChg chg="mod topLvl">
          <ac:chgData name="Ayhan Karaman" userId="ec277a7f08761a62" providerId="LiveId" clId="{A7318BDB-BC3B-435E-9587-295F14AD73EF}" dt="2026-10-11T18:42:53.434" v="640" actId="164"/>
          <ac:spMkLst>
            <pc:docMk/>
            <pc:sldMk cId="4077904148" sldId="256"/>
            <ac:spMk id="16" creationId="{97608624-8029-9BAF-9BCA-55C640B05ADE}"/>
          </ac:spMkLst>
        </pc:spChg>
        <pc:spChg chg="mod topLvl">
          <ac:chgData name="Ayhan Karaman" userId="ec277a7f08761a62" providerId="LiveId" clId="{A7318BDB-BC3B-435E-9587-295F14AD73EF}" dt="2026-10-11T18:42:53.434" v="640" actId="164"/>
          <ac:spMkLst>
            <pc:docMk/>
            <pc:sldMk cId="4077904148" sldId="256"/>
            <ac:spMk id="18" creationId="{998CBB6A-E625-0546-913F-FAA7B24D349F}"/>
          </ac:spMkLst>
        </pc:spChg>
        <pc:spChg chg="mod topLvl">
          <ac:chgData name="Ayhan Karaman" userId="ec277a7f08761a62" providerId="LiveId" clId="{A7318BDB-BC3B-435E-9587-295F14AD73EF}" dt="2026-10-11T18:42:53.434" v="640" actId="164"/>
          <ac:spMkLst>
            <pc:docMk/>
            <pc:sldMk cId="4077904148" sldId="256"/>
            <ac:spMk id="20" creationId="{8035F9EA-F268-95BC-10F2-37EFD1A34E90}"/>
          </ac:spMkLst>
        </pc:spChg>
        <pc:spChg chg="add mod topLvl">
          <ac:chgData name="Ayhan Karaman" userId="ec277a7f08761a62" providerId="LiveId" clId="{A7318BDB-BC3B-435E-9587-295F14AD73EF}" dt="2026-10-11T18:39:07.658" v="468" actId="1076"/>
          <ac:spMkLst>
            <pc:docMk/>
            <pc:sldMk cId="4077904148" sldId="256"/>
            <ac:spMk id="22" creationId="{1F732419-7BEE-3A59-BFB4-D28508256611}"/>
          </ac:spMkLst>
        </pc:spChg>
        <pc:spChg chg="add mod">
          <ac:chgData name="Ayhan Karaman" userId="ec277a7f08761a62" providerId="LiveId" clId="{A7318BDB-BC3B-435E-9587-295F14AD73EF}" dt="2026-10-11T18:42:53.434" v="640" actId="164"/>
          <ac:spMkLst>
            <pc:docMk/>
            <pc:sldMk cId="4077904148" sldId="256"/>
            <ac:spMk id="23" creationId="{AF74F6CD-7BBA-C036-D6CE-9B9CB9818A6F}"/>
          </ac:spMkLst>
        </pc:spChg>
        <pc:spChg chg="add del mod topLvl">
          <ac:chgData name="Ayhan Karaman" userId="ec277a7f08761a62" providerId="LiveId" clId="{A7318BDB-BC3B-435E-9587-295F14AD73EF}" dt="2026-10-11T18:13:27.670" v="254" actId="478"/>
          <ac:spMkLst>
            <pc:docMk/>
            <pc:sldMk cId="4077904148" sldId="256"/>
            <ac:spMk id="23" creationId="{E3450D66-0A20-846F-13E6-2941A8510BBF}"/>
          </ac:spMkLst>
        </pc:spChg>
        <pc:spChg chg="add del mod topLvl">
          <ac:chgData name="Ayhan Karaman" userId="ec277a7f08761a62" providerId="LiveId" clId="{A7318BDB-BC3B-435E-9587-295F14AD73EF}" dt="2026-10-11T18:13:43.263" v="260"/>
          <ac:spMkLst>
            <pc:docMk/>
            <pc:sldMk cId="4077904148" sldId="256"/>
            <ac:spMk id="26" creationId="{67EE8310-4CBF-6C7D-549F-350A3A900A61}"/>
          </ac:spMkLst>
        </pc:spChg>
        <pc:spChg chg="mod topLvl">
          <ac:chgData name="Ayhan Karaman" userId="ec277a7f08761a62" providerId="LiveId" clId="{A7318BDB-BC3B-435E-9587-295F14AD73EF}" dt="2026-10-11T18:39:07.658" v="468" actId="1076"/>
          <ac:spMkLst>
            <pc:docMk/>
            <pc:sldMk cId="4077904148" sldId="256"/>
            <ac:spMk id="29" creationId="{FB29CB00-25B0-7F4B-C3C5-A799D152645B}"/>
          </ac:spMkLst>
        </pc:spChg>
        <pc:spChg chg="del mod topLvl">
          <ac:chgData name="Ayhan Karaman" userId="ec277a7f08761a62" providerId="LiveId" clId="{A7318BDB-BC3B-435E-9587-295F14AD73EF}" dt="2026-10-11T18:14:09.583" v="267" actId="478"/>
          <ac:spMkLst>
            <pc:docMk/>
            <pc:sldMk cId="4077904148" sldId="256"/>
            <ac:spMk id="30" creationId="{0994FA4B-88B8-A991-8F87-8861F5148E1B}"/>
          </ac:spMkLst>
        </pc:spChg>
        <pc:spChg chg="del mod topLvl">
          <ac:chgData name="Ayhan Karaman" userId="ec277a7f08761a62" providerId="LiveId" clId="{A7318BDB-BC3B-435E-9587-295F14AD73EF}" dt="2026-10-11T18:14:17.169" v="271"/>
          <ac:spMkLst>
            <pc:docMk/>
            <pc:sldMk cId="4077904148" sldId="256"/>
            <ac:spMk id="32" creationId="{D1A4831C-8F33-A2EE-F072-3D1B39A282DF}"/>
          </ac:spMkLst>
        </pc:spChg>
        <pc:spChg chg="mod topLvl">
          <ac:chgData name="Ayhan Karaman" userId="ec277a7f08761a62" providerId="LiveId" clId="{A7318BDB-BC3B-435E-9587-295F14AD73EF}" dt="2026-10-11T18:39:07.658" v="468" actId="1076"/>
          <ac:spMkLst>
            <pc:docMk/>
            <pc:sldMk cId="4077904148" sldId="256"/>
            <ac:spMk id="34" creationId="{142A3B73-AEDE-F62B-CF05-E952BC475629}"/>
          </ac:spMkLst>
        </pc:spChg>
        <pc:spChg chg="del mod topLvl">
          <ac:chgData name="Ayhan Karaman" userId="ec277a7f08761a62" providerId="LiveId" clId="{A7318BDB-BC3B-435E-9587-295F14AD73EF}" dt="2026-10-11T18:12:33.113" v="241" actId="478"/>
          <ac:spMkLst>
            <pc:docMk/>
            <pc:sldMk cId="4077904148" sldId="256"/>
            <ac:spMk id="35" creationId="{2C912A02-2C08-0206-FE47-203AD26187D8}"/>
          </ac:spMkLst>
        </pc:spChg>
        <pc:spChg chg="del mod topLvl">
          <ac:chgData name="Ayhan Karaman" userId="ec277a7f08761a62" providerId="LiveId" clId="{A7318BDB-BC3B-435E-9587-295F14AD73EF}" dt="2026-10-11T18:12:44.505" v="243" actId="478"/>
          <ac:spMkLst>
            <pc:docMk/>
            <pc:sldMk cId="4077904148" sldId="256"/>
            <ac:spMk id="37" creationId="{ADEAAE67-26D8-F86B-21E1-A850658DAD5A}"/>
          </ac:spMkLst>
        </pc:spChg>
        <pc:spChg chg="add mod">
          <ac:chgData name="Ayhan Karaman" userId="ec277a7f08761a62" providerId="LiveId" clId="{A7318BDB-BC3B-435E-9587-295F14AD73EF}" dt="2026-10-11T18:39:07.658" v="468" actId="1076"/>
          <ac:spMkLst>
            <pc:docMk/>
            <pc:sldMk cId="4077904148" sldId="256"/>
            <ac:spMk id="49" creationId="{02D12DE1-EF81-6F17-C602-03C239CEFE92}"/>
          </ac:spMkLst>
        </pc:spChg>
        <pc:spChg chg="add mod">
          <ac:chgData name="Ayhan Karaman" userId="ec277a7f08761a62" providerId="LiveId" clId="{A7318BDB-BC3B-435E-9587-295F14AD73EF}" dt="2026-10-11T18:39:07.658" v="468" actId="1076"/>
          <ac:spMkLst>
            <pc:docMk/>
            <pc:sldMk cId="4077904148" sldId="256"/>
            <ac:spMk id="50" creationId="{92CE1E63-B397-4A00-57DC-BE838B1AD5FF}"/>
          </ac:spMkLst>
        </pc:spChg>
        <pc:spChg chg="add mod">
          <ac:chgData name="Ayhan Karaman" userId="ec277a7f08761a62" providerId="LiveId" clId="{A7318BDB-BC3B-435E-9587-295F14AD73EF}" dt="2026-10-11T18:23:13.841" v="345" actId="164"/>
          <ac:spMkLst>
            <pc:docMk/>
            <pc:sldMk cId="4077904148" sldId="256"/>
            <ac:spMk id="70" creationId="{DE98D314-22AE-569B-B6DD-CF4F3B23ADB3}"/>
          </ac:spMkLst>
        </pc:spChg>
        <pc:spChg chg="add mod">
          <ac:chgData name="Ayhan Karaman" userId="ec277a7f08761a62" providerId="LiveId" clId="{A7318BDB-BC3B-435E-9587-295F14AD73EF}" dt="2026-10-11T18:23:13.841" v="345" actId="164"/>
          <ac:spMkLst>
            <pc:docMk/>
            <pc:sldMk cId="4077904148" sldId="256"/>
            <ac:spMk id="71" creationId="{DE030D7B-6835-2355-6F1F-D4B3FC2BF737}"/>
          </ac:spMkLst>
        </pc:spChg>
        <pc:spChg chg="add mod">
          <ac:chgData name="Ayhan Karaman" userId="ec277a7f08761a62" providerId="LiveId" clId="{A7318BDB-BC3B-435E-9587-295F14AD73EF}" dt="2026-10-11T18:23:13.841" v="345" actId="164"/>
          <ac:spMkLst>
            <pc:docMk/>
            <pc:sldMk cId="4077904148" sldId="256"/>
            <ac:spMk id="72" creationId="{FB4BE46A-1CCE-5075-9E10-AB0CF95D6DDA}"/>
          </ac:spMkLst>
        </pc:spChg>
        <pc:spChg chg="add mod">
          <ac:chgData name="Ayhan Karaman" userId="ec277a7f08761a62" providerId="LiveId" clId="{A7318BDB-BC3B-435E-9587-295F14AD73EF}" dt="2026-10-11T18:23:13.841" v="345" actId="164"/>
          <ac:spMkLst>
            <pc:docMk/>
            <pc:sldMk cId="4077904148" sldId="256"/>
            <ac:spMk id="73" creationId="{EFC03C41-6D66-E8B2-E119-2E63FB651E61}"/>
          </ac:spMkLst>
        </pc:spChg>
        <pc:spChg chg="add mod">
          <ac:chgData name="Ayhan Karaman" userId="ec277a7f08761a62" providerId="LiveId" clId="{A7318BDB-BC3B-435E-9587-295F14AD73EF}" dt="2026-10-11T18:39:07.658" v="468" actId="1076"/>
          <ac:spMkLst>
            <pc:docMk/>
            <pc:sldMk cId="4077904148" sldId="256"/>
            <ac:spMk id="89" creationId="{1CF7C57A-2A0A-A8F1-F1D3-5F77CA1E606C}"/>
          </ac:spMkLst>
        </pc:spChg>
        <pc:spChg chg="add mod">
          <ac:chgData name="Ayhan Karaman" userId="ec277a7f08761a62" providerId="LiveId" clId="{A7318BDB-BC3B-435E-9587-295F14AD73EF}" dt="2026-10-11T18:39:07.658" v="468" actId="1076"/>
          <ac:spMkLst>
            <pc:docMk/>
            <pc:sldMk cId="4077904148" sldId="256"/>
            <ac:spMk id="94" creationId="{EC72CD1F-45F4-C6FF-7909-FEF5FA3D1236}"/>
          </ac:spMkLst>
        </pc:spChg>
        <pc:spChg chg="add mod">
          <ac:chgData name="Ayhan Karaman" userId="ec277a7f08761a62" providerId="LiveId" clId="{A7318BDB-BC3B-435E-9587-295F14AD73EF}" dt="2026-10-11T18:39:07.658" v="468" actId="1076"/>
          <ac:spMkLst>
            <pc:docMk/>
            <pc:sldMk cId="4077904148" sldId="256"/>
            <ac:spMk id="106" creationId="{9FEADA09-A5AD-35F1-1A83-FFB66987E695}"/>
          </ac:spMkLst>
        </pc:spChg>
        <pc:spChg chg="add mod">
          <ac:chgData name="Ayhan Karaman" userId="ec277a7f08761a62" providerId="LiveId" clId="{A7318BDB-BC3B-435E-9587-295F14AD73EF}" dt="2026-10-11T18:39:07.658" v="468" actId="1076"/>
          <ac:spMkLst>
            <pc:docMk/>
            <pc:sldMk cId="4077904148" sldId="256"/>
            <ac:spMk id="107" creationId="{686F2AAA-5BCC-7FCC-D345-A104FF1CE95C}"/>
          </ac:spMkLst>
        </pc:spChg>
        <pc:grpChg chg="add del mod">
          <ac:chgData name="Ayhan Karaman" userId="ec277a7f08761a62" providerId="LiveId" clId="{A7318BDB-BC3B-435E-9587-295F14AD73EF}" dt="2026-10-11T18:39:40.768" v="471" actId="165"/>
          <ac:grpSpMkLst>
            <pc:docMk/>
            <pc:sldMk cId="4077904148" sldId="256"/>
            <ac:grpSpMk id="3" creationId="{6C55E4DA-7C4D-A5B0-987F-1FF20CAB9536}"/>
          </ac:grpSpMkLst>
        </pc:grpChg>
        <pc:grpChg chg="add del mod">
          <ac:chgData name="Ayhan Karaman" userId="ec277a7f08761a62" providerId="LiveId" clId="{A7318BDB-BC3B-435E-9587-295F14AD73EF}" dt="2026-10-11T17:59:09.194" v="103" actId="165"/>
          <ac:grpSpMkLst>
            <pc:docMk/>
            <pc:sldMk cId="4077904148" sldId="256"/>
            <ac:grpSpMk id="6" creationId="{B2112991-B67E-8873-664A-2B96EC4BFDB6}"/>
          </ac:grpSpMkLst>
        </pc:grpChg>
        <pc:grpChg chg="add mod">
          <ac:chgData name="Ayhan Karaman" userId="ec277a7f08761a62" providerId="LiveId" clId="{A7318BDB-BC3B-435E-9587-295F14AD73EF}" dt="2026-10-11T18:44:25.017" v="655" actId="1076"/>
          <ac:grpSpMkLst>
            <pc:docMk/>
            <pc:sldMk cId="4077904148" sldId="256"/>
            <ac:grpSpMk id="24" creationId="{4CAB63B4-FD1F-56B0-D557-DCFEC7A2D04B}"/>
          </ac:grpSpMkLst>
        </pc:grpChg>
        <pc:grpChg chg="add del mod">
          <ac:chgData name="Ayhan Karaman" userId="ec277a7f08761a62" providerId="LiveId" clId="{A7318BDB-BC3B-435E-9587-295F14AD73EF}" dt="2026-10-11T18:13:21.528" v="253" actId="165"/>
          <ac:grpSpMkLst>
            <pc:docMk/>
            <pc:sldMk cId="4077904148" sldId="256"/>
            <ac:grpSpMk id="27" creationId="{07B85F1E-0ADE-D783-8F90-D40EFDC9E4E5}"/>
          </ac:grpSpMkLst>
        </pc:grpChg>
        <pc:grpChg chg="add del mod">
          <ac:chgData name="Ayhan Karaman" userId="ec277a7f08761a62" providerId="LiveId" clId="{A7318BDB-BC3B-435E-9587-295F14AD73EF}" dt="2026-10-11T18:13:14.783" v="252" actId="165"/>
          <ac:grpSpMkLst>
            <pc:docMk/>
            <pc:sldMk cId="4077904148" sldId="256"/>
            <ac:grpSpMk id="28" creationId="{201F7FB1-C3B3-1942-5CC3-E1998D4885FF}"/>
          </ac:grpSpMkLst>
        </pc:grpChg>
        <pc:grpChg chg="add del mod">
          <ac:chgData name="Ayhan Karaman" userId="ec277a7f08761a62" providerId="LiveId" clId="{A7318BDB-BC3B-435E-9587-295F14AD73EF}" dt="2026-10-11T18:12:28.810" v="240" actId="165"/>
          <ac:grpSpMkLst>
            <pc:docMk/>
            <pc:sldMk cId="4077904148" sldId="256"/>
            <ac:grpSpMk id="33" creationId="{BB2AA19E-CE42-33F2-2108-A79E242FE246}"/>
          </ac:grpSpMkLst>
        </pc:grpChg>
        <pc:grpChg chg="add mod">
          <ac:chgData name="Ayhan Karaman" userId="ec277a7f08761a62" providerId="LiveId" clId="{A7318BDB-BC3B-435E-9587-295F14AD73EF}" dt="2026-10-11T18:43:31.675" v="645" actId="1076"/>
          <ac:grpSpMkLst>
            <pc:docMk/>
            <pc:sldMk cId="4077904148" sldId="256"/>
            <ac:grpSpMk id="74" creationId="{8AE25A07-AC57-4849-6578-93C0F35B948F}"/>
          </ac:grpSpMkLst>
        </pc:grpChg>
        <pc:cxnChg chg="add mod">
          <ac:chgData name="Ayhan Karaman" userId="ec277a7f08761a62" providerId="LiveId" clId="{A7318BDB-BC3B-435E-9587-295F14AD73EF}" dt="2026-10-11T18:39:07.658" v="468" actId="1076"/>
          <ac:cxnSpMkLst>
            <pc:docMk/>
            <pc:sldMk cId="4077904148" sldId="256"/>
            <ac:cxnSpMk id="17" creationId="{2D70BCB7-0CCD-2550-68CB-359E0446DAFB}"/>
          </ac:cxnSpMkLst>
        </pc:cxnChg>
        <pc:cxnChg chg="add mod">
          <ac:chgData name="Ayhan Karaman" userId="ec277a7f08761a62" providerId="LiveId" clId="{A7318BDB-BC3B-435E-9587-295F14AD73EF}" dt="2026-10-11T18:39:07.658" v="468" actId="1076"/>
          <ac:cxnSpMkLst>
            <pc:docMk/>
            <pc:sldMk cId="4077904148" sldId="256"/>
            <ac:cxnSpMk id="19" creationId="{2F6A5D9C-BDD4-814B-6B2D-CD09F73D9059}"/>
          </ac:cxnSpMkLst>
        </pc:cxnChg>
        <pc:cxnChg chg="add mod">
          <ac:chgData name="Ayhan Karaman" userId="ec277a7f08761a62" providerId="LiveId" clId="{A7318BDB-BC3B-435E-9587-295F14AD73EF}" dt="2026-10-11T18:39:07.658" v="468" actId="1076"/>
          <ac:cxnSpMkLst>
            <pc:docMk/>
            <pc:sldMk cId="4077904148" sldId="256"/>
            <ac:cxnSpMk id="21" creationId="{174B244A-71B3-60A3-A57F-2A379650394B}"/>
          </ac:cxnSpMkLst>
        </pc:cxnChg>
        <pc:cxnChg chg="add del mod topLvl">
          <ac:chgData name="Ayhan Karaman" userId="ec277a7f08761a62" providerId="LiveId" clId="{A7318BDB-BC3B-435E-9587-295F14AD73EF}" dt="2026-10-11T18:13:38.381" v="256" actId="478"/>
          <ac:cxnSpMkLst>
            <pc:docMk/>
            <pc:sldMk cId="4077904148" sldId="256"/>
            <ac:cxnSpMk id="25" creationId="{630D87C0-634D-4E75-E88B-4E8CEAE4B9D6}"/>
          </ac:cxnSpMkLst>
        </pc:cxnChg>
        <pc:cxnChg chg="add mod">
          <ac:chgData name="Ayhan Karaman" userId="ec277a7f08761a62" providerId="LiveId" clId="{A7318BDB-BC3B-435E-9587-295F14AD73EF}" dt="2026-10-11T18:45:23.595" v="657" actId="14100"/>
          <ac:cxnSpMkLst>
            <pc:docMk/>
            <pc:sldMk cId="4077904148" sldId="256"/>
            <ac:cxnSpMk id="25" creationId="{6B4CA5AD-4432-6E1E-D603-D9F0E8349836}"/>
          </ac:cxnSpMkLst>
        </pc:cxnChg>
        <pc:cxnChg chg="del mod topLvl">
          <ac:chgData name="Ayhan Karaman" userId="ec277a7f08761a62" providerId="LiveId" clId="{A7318BDB-BC3B-435E-9587-295F14AD73EF}" dt="2026-10-11T18:14:12.408" v="268" actId="478"/>
          <ac:cxnSpMkLst>
            <pc:docMk/>
            <pc:sldMk cId="4077904148" sldId="256"/>
            <ac:cxnSpMk id="31" creationId="{0EFA64DF-517C-EAE0-0FDC-A130B8B62AE8}"/>
          </ac:cxnSpMkLst>
        </pc:cxnChg>
        <pc:cxnChg chg="add mod">
          <ac:chgData name="Ayhan Karaman" userId="ec277a7f08761a62" providerId="LiveId" clId="{A7318BDB-BC3B-435E-9587-295F14AD73EF}" dt="2026-10-11T18:44:18.422" v="654" actId="14100"/>
          <ac:cxnSpMkLst>
            <pc:docMk/>
            <pc:sldMk cId="4077904148" sldId="256"/>
            <ac:cxnSpMk id="31" creationId="{FAEB3B02-F679-8898-A56D-1AC25D7CC733}"/>
          </ac:cxnSpMkLst>
        </pc:cxnChg>
        <pc:cxnChg chg="del mod topLvl">
          <ac:chgData name="Ayhan Karaman" userId="ec277a7f08761a62" providerId="LiveId" clId="{A7318BDB-BC3B-435E-9587-295F14AD73EF}" dt="2026-10-11T18:12:45.620" v="244" actId="478"/>
          <ac:cxnSpMkLst>
            <pc:docMk/>
            <pc:sldMk cId="4077904148" sldId="256"/>
            <ac:cxnSpMk id="36" creationId="{38D75D38-4104-1CAE-8902-5F45079337C5}"/>
          </ac:cxnSpMkLst>
        </pc:cxnChg>
        <pc:cxnChg chg="add mod">
          <ac:chgData name="Ayhan Karaman" userId="ec277a7f08761a62" providerId="LiveId" clId="{A7318BDB-BC3B-435E-9587-295F14AD73EF}" dt="2026-10-11T18:45:36.315" v="660" actId="14100"/>
          <ac:cxnSpMkLst>
            <pc:docMk/>
            <pc:sldMk cId="4077904148" sldId="256"/>
            <ac:cxnSpMk id="38" creationId="{EC89B389-F3CF-91D6-DB9A-B7FA7DE026C2}"/>
          </ac:cxnSpMkLst>
        </pc:cxnChg>
        <pc:cxnChg chg="add mod">
          <ac:chgData name="Ayhan Karaman" userId="ec277a7f08761a62" providerId="LiveId" clId="{A7318BDB-BC3B-435E-9587-295F14AD73EF}" dt="2026-10-11T18:43:42.573" v="648" actId="14100"/>
          <ac:cxnSpMkLst>
            <pc:docMk/>
            <pc:sldMk cId="4077904148" sldId="256"/>
            <ac:cxnSpMk id="44" creationId="{DBA2D012-13C4-2F23-88DA-FE51CFE69079}"/>
          </ac:cxnSpMkLst>
        </pc:cxnChg>
        <pc:cxnChg chg="add mod">
          <ac:chgData name="Ayhan Karaman" userId="ec277a7f08761a62" providerId="LiveId" clId="{A7318BDB-BC3B-435E-9587-295F14AD73EF}" dt="2026-10-11T18:39:07.658" v="468" actId="1076"/>
          <ac:cxnSpMkLst>
            <pc:docMk/>
            <pc:sldMk cId="4077904148" sldId="256"/>
            <ac:cxnSpMk id="46" creationId="{F1FED42F-EF62-07C2-87F7-A8387B525FE8}"/>
          </ac:cxnSpMkLst>
        </pc:cxnChg>
        <pc:cxnChg chg="add mod">
          <ac:chgData name="Ayhan Karaman" userId="ec277a7f08761a62" providerId="LiveId" clId="{A7318BDB-BC3B-435E-9587-295F14AD73EF}" dt="2026-10-11T18:43:31.675" v="645" actId="1076"/>
          <ac:cxnSpMkLst>
            <pc:docMk/>
            <pc:sldMk cId="4077904148" sldId="256"/>
            <ac:cxnSpMk id="67" creationId="{FB9D2BC2-D736-55F3-1BF6-C5BDCB3272A4}"/>
          </ac:cxnSpMkLst>
        </pc:cxnChg>
        <pc:cxnChg chg="add del">
          <ac:chgData name="Ayhan Karaman" userId="ec277a7f08761a62" providerId="LiveId" clId="{A7318BDB-BC3B-435E-9587-295F14AD73EF}" dt="2026-10-11T18:25:25.787" v="360" actId="11529"/>
          <ac:cxnSpMkLst>
            <pc:docMk/>
            <pc:sldMk cId="4077904148" sldId="256"/>
            <ac:cxnSpMk id="81" creationId="{EDE20C20-8CB4-F0D2-DA81-E498CB7717C3}"/>
          </ac:cxnSpMkLst>
        </pc:cxnChg>
        <pc:cxnChg chg="add mod">
          <ac:chgData name="Ayhan Karaman" userId="ec277a7f08761a62" providerId="LiveId" clId="{A7318BDB-BC3B-435E-9587-295F14AD73EF}" dt="2026-10-11T18:39:07.658" v="468" actId="1076"/>
          <ac:cxnSpMkLst>
            <pc:docMk/>
            <pc:sldMk cId="4077904148" sldId="256"/>
            <ac:cxnSpMk id="83" creationId="{CD0605F7-B013-810F-4CE5-605BED7B4D64}"/>
          </ac:cxnSpMkLst>
        </pc:cxnChg>
        <pc:cxnChg chg="add mod">
          <ac:chgData name="Ayhan Karaman" userId="ec277a7f08761a62" providerId="LiveId" clId="{A7318BDB-BC3B-435E-9587-295F14AD73EF}" dt="2026-10-11T18:39:07.658" v="468" actId="1076"/>
          <ac:cxnSpMkLst>
            <pc:docMk/>
            <pc:sldMk cId="4077904148" sldId="256"/>
            <ac:cxnSpMk id="84" creationId="{732EE0E4-D83F-E33C-F129-ABF9D8F547C7}"/>
          </ac:cxnSpMkLst>
        </pc:cxnChg>
        <pc:cxnChg chg="add mod">
          <ac:chgData name="Ayhan Karaman" userId="ec277a7f08761a62" providerId="LiveId" clId="{A7318BDB-BC3B-435E-9587-295F14AD73EF}" dt="2026-10-11T18:39:07.658" v="468" actId="1076"/>
          <ac:cxnSpMkLst>
            <pc:docMk/>
            <pc:sldMk cId="4077904148" sldId="256"/>
            <ac:cxnSpMk id="98" creationId="{105E4A70-F509-9A06-F453-54C8AA8CD5EB}"/>
          </ac:cxnSpMkLst>
        </pc:cxnChg>
        <pc:cxnChg chg="add mod">
          <ac:chgData name="Ayhan Karaman" userId="ec277a7f08761a62" providerId="LiveId" clId="{A7318BDB-BC3B-435E-9587-295F14AD73EF}" dt="2026-10-11T18:39:07.658" v="468" actId="1076"/>
          <ac:cxnSpMkLst>
            <pc:docMk/>
            <pc:sldMk cId="4077904148" sldId="256"/>
            <ac:cxnSpMk id="99" creationId="{C55BFDE2-88A0-44F5-2A20-35E22411BDD2}"/>
          </ac:cxnSpMkLst>
        </pc:cxnChg>
      </pc:sldChg>
      <pc:sldChg chg="addSp delSp modSp new mod">
        <pc:chgData name="Ayhan Karaman" userId="ec277a7f08761a62" providerId="LiveId" clId="{A7318BDB-BC3B-435E-9587-295F14AD73EF}" dt="2026-10-11T19:07:22.057" v="1097" actId="1076"/>
        <pc:sldMkLst>
          <pc:docMk/>
          <pc:sldMk cId="4058067677" sldId="257"/>
        </pc:sldMkLst>
        <pc:spChg chg="add del mod">
          <ac:chgData name="Ayhan Karaman" userId="ec277a7f08761a62" providerId="LiveId" clId="{A7318BDB-BC3B-435E-9587-295F14AD73EF}" dt="2026-10-11T18:47:07.624" v="682" actId="403"/>
          <ac:spMkLst>
            <pc:docMk/>
            <pc:sldMk cId="4058067677" sldId="257"/>
            <ac:spMk id="2" creationId="{06340E6F-8D9B-A29F-8D57-3D62D3B9A931}"/>
          </ac:spMkLst>
        </pc:spChg>
        <pc:spChg chg="del">
          <ac:chgData name="Ayhan Karaman" userId="ec277a7f08761a62" providerId="LiveId" clId="{A7318BDB-BC3B-435E-9587-295F14AD73EF}" dt="2026-10-11T18:47:15.002" v="683" actId="478"/>
          <ac:spMkLst>
            <pc:docMk/>
            <pc:sldMk cId="4058067677" sldId="257"/>
            <ac:spMk id="3" creationId="{2AA95335-2F4D-80D9-C9DA-30BEFE2E90A8}"/>
          </ac:spMkLst>
        </pc:spChg>
        <pc:spChg chg="add mod">
          <ac:chgData name="Ayhan Karaman" userId="ec277a7f08761a62" providerId="LiveId" clId="{A7318BDB-BC3B-435E-9587-295F14AD73EF}" dt="2026-10-11T18:48:02.769" v="692" actId="1076"/>
          <ac:spMkLst>
            <pc:docMk/>
            <pc:sldMk cId="4058067677" sldId="257"/>
            <ac:spMk id="4" creationId="{AD1C7C5E-8792-A0AD-A3DE-F02AD22702E4}"/>
          </ac:spMkLst>
        </pc:spChg>
        <pc:spChg chg="add mod topLvl">
          <ac:chgData name="Ayhan Karaman" userId="ec277a7f08761a62" providerId="LiveId" clId="{A7318BDB-BC3B-435E-9587-295F14AD73EF}" dt="2026-10-11T19:03:10.594" v="900" actId="165"/>
          <ac:spMkLst>
            <pc:docMk/>
            <pc:sldMk cId="4058067677" sldId="257"/>
            <ac:spMk id="10" creationId="{008A38E2-FE3A-8F8B-11A9-B6F3A96EF53A}"/>
          </ac:spMkLst>
        </pc:spChg>
        <pc:spChg chg="add mod">
          <ac:chgData name="Ayhan Karaman" userId="ec277a7f08761a62" providerId="LiveId" clId="{A7318BDB-BC3B-435E-9587-295F14AD73EF}" dt="2026-10-11T18:54:04.669" v="740" actId="20577"/>
          <ac:spMkLst>
            <pc:docMk/>
            <pc:sldMk cId="4058067677" sldId="257"/>
            <ac:spMk id="13" creationId="{6F86D03A-C3EA-C4B1-B00E-5124D5FFF473}"/>
          </ac:spMkLst>
        </pc:spChg>
        <pc:spChg chg="add mod topLvl">
          <ac:chgData name="Ayhan Karaman" userId="ec277a7f08761a62" providerId="LiveId" clId="{A7318BDB-BC3B-435E-9587-295F14AD73EF}" dt="2026-10-11T19:03:10.594" v="900" actId="165"/>
          <ac:spMkLst>
            <pc:docMk/>
            <pc:sldMk cId="4058067677" sldId="257"/>
            <ac:spMk id="19" creationId="{5C229175-2B92-A2B6-2CD1-610852973B0F}"/>
          </ac:spMkLst>
        </pc:spChg>
        <pc:spChg chg="add mod topLvl">
          <ac:chgData name="Ayhan Karaman" userId="ec277a7f08761a62" providerId="LiveId" clId="{A7318BDB-BC3B-435E-9587-295F14AD73EF}" dt="2026-10-11T19:03:10.594" v="900" actId="165"/>
          <ac:spMkLst>
            <pc:docMk/>
            <pc:sldMk cId="4058067677" sldId="257"/>
            <ac:spMk id="20" creationId="{149ADE37-2B73-80AC-001C-A70B37952EED}"/>
          </ac:spMkLst>
        </pc:spChg>
        <pc:spChg chg="add mod topLvl">
          <ac:chgData name="Ayhan Karaman" userId="ec277a7f08761a62" providerId="LiveId" clId="{A7318BDB-BC3B-435E-9587-295F14AD73EF}" dt="2026-10-11T19:03:10.594" v="900" actId="165"/>
          <ac:spMkLst>
            <pc:docMk/>
            <pc:sldMk cId="4058067677" sldId="257"/>
            <ac:spMk id="21" creationId="{46898670-7EFA-ED2D-251A-AB1D62DE7A09}"/>
          </ac:spMkLst>
        </pc:spChg>
        <pc:spChg chg="add mod topLvl">
          <ac:chgData name="Ayhan Karaman" userId="ec277a7f08761a62" providerId="LiveId" clId="{A7318BDB-BC3B-435E-9587-295F14AD73EF}" dt="2026-10-11T19:03:10.594" v="900" actId="165"/>
          <ac:spMkLst>
            <pc:docMk/>
            <pc:sldMk cId="4058067677" sldId="257"/>
            <ac:spMk id="22" creationId="{87925643-1D9B-A0B1-AFB0-3A582BC7F162}"/>
          </ac:spMkLst>
        </pc:spChg>
        <pc:spChg chg="add mod topLvl">
          <ac:chgData name="Ayhan Karaman" userId="ec277a7f08761a62" providerId="LiveId" clId="{A7318BDB-BC3B-435E-9587-295F14AD73EF}" dt="2026-10-11T19:03:10.594" v="900" actId="165"/>
          <ac:spMkLst>
            <pc:docMk/>
            <pc:sldMk cId="4058067677" sldId="257"/>
            <ac:spMk id="23" creationId="{2D1ACF31-7E40-3DDA-02F4-A488856F1741}"/>
          </ac:spMkLst>
        </pc:spChg>
        <pc:spChg chg="add mod">
          <ac:chgData name="Ayhan Karaman" userId="ec277a7f08761a62" providerId="LiveId" clId="{A7318BDB-BC3B-435E-9587-295F14AD73EF}" dt="2026-10-11T19:03:50.245" v="906" actId="1076"/>
          <ac:spMkLst>
            <pc:docMk/>
            <pc:sldMk cId="4058067677" sldId="257"/>
            <ac:spMk id="25" creationId="{35FC2671-BC94-7BF6-6200-09D975F13449}"/>
          </ac:spMkLst>
        </pc:spChg>
        <pc:spChg chg="add mod">
          <ac:chgData name="Ayhan Karaman" userId="ec277a7f08761a62" providerId="LiveId" clId="{A7318BDB-BC3B-435E-9587-295F14AD73EF}" dt="2026-10-11T19:07:22.057" v="1097" actId="1076"/>
          <ac:spMkLst>
            <pc:docMk/>
            <pc:sldMk cId="4058067677" sldId="257"/>
            <ac:spMk id="26" creationId="{E4DD5B58-C704-3654-296F-A1C10F5B0793}"/>
          </ac:spMkLst>
        </pc:spChg>
        <pc:grpChg chg="add del mod">
          <ac:chgData name="Ayhan Karaman" userId="ec277a7f08761a62" providerId="LiveId" clId="{A7318BDB-BC3B-435E-9587-295F14AD73EF}" dt="2026-10-11T19:03:10.594" v="900" actId="165"/>
          <ac:grpSpMkLst>
            <pc:docMk/>
            <pc:sldMk cId="4058067677" sldId="257"/>
            <ac:grpSpMk id="24" creationId="{32BA0BF6-2FBB-D9C0-CD37-317C2DA5F76B}"/>
          </ac:grpSpMkLst>
        </pc:grpChg>
        <pc:cxnChg chg="add mod">
          <ac:chgData name="Ayhan Karaman" userId="ec277a7f08761a62" providerId="LiveId" clId="{A7318BDB-BC3B-435E-9587-295F14AD73EF}" dt="2026-10-11T19:02:43.539" v="899" actId="1076"/>
          <ac:cxnSpMkLst>
            <pc:docMk/>
            <pc:sldMk cId="4058067677" sldId="257"/>
            <ac:cxnSpMk id="6" creationId="{8AB07830-DC11-5A85-C7BC-9A30681F4237}"/>
          </ac:cxnSpMkLst>
        </pc:cxnChg>
        <pc:cxnChg chg="add mod">
          <ac:chgData name="Ayhan Karaman" userId="ec277a7f08761a62" providerId="LiveId" clId="{A7318BDB-BC3B-435E-9587-295F14AD73EF}" dt="2026-10-11T19:02:40.830" v="896" actId="1076"/>
          <ac:cxnSpMkLst>
            <pc:docMk/>
            <pc:sldMk cId="4058067677" sldId="257"/>
            <ac:cxnSpMk id="7" creationId="{D9440D5A-70BF-3483-C118-886AD9EFC05E}"/>
          </ac:cxnSpMkLst>
        </pc:cxnChg>
        <pc:cxnChg chg="add mod topLvl">
          <ac:chgData name="Ayhan Karaman" userId="ec277a7f08761a62" providerId="LiveId" clId="{A7318BDB-BC3B-435E-9587-295F14AD73EF}" dt="2026-10-11T19:03:10.594" v="900" actId="165"/>
          <ac:cxnSpMkLst>
            <pc:docMk/>
            <pc:sldMk cId="4058067677" sldId="257"/>
            <ac:cxnSpMk id="16" creationId="{E4C1E75D-F209-62FE-A4DB-1C2910FCAC16}"/>
          </ac:cxnSpMkLst>
        </pc:cxnChg>
        <pc:cxnChg chg="add mod">
          <ac:chgData name="Ayhan Karaman" userId="ec277a7f08761a62" providerId="LiveId" clId="{A7318BDB-BC3B-435E-9587-295F14AD73EF}" dt="2026-10-11T18:54:47.772" v="746" actId="1076"/>
          <ac:cxnSpMkLst>
            <pc:docMk/>
            <pc:sldMk cId="4058067677" sldId="257"/>
            <ac:cxnSpMk id="18" creationId="{90531D68-8147-D837-8DB6-C31868192631}"/>
          </ac:cxnSpMkLst>
        </pc:cxnChg>
      </pc:sldChg>
      <pc:sldChg chg="addSp delSp modSp new mod">
        <pc:chgData name="Ayhan Karaman" userId="ec277a7f08761a62" providerId="LiveId" clId="{A7318BDB-BC3B-435E-9587-295F14AD73EF}" dt="2026-10-11T20:39:06.415" v="2893" actId="6549"/>
        <pc:sldMkLst>
          <pc:docMk/>
          <pc:sldMk cId="512067248" sldId="258"/>
        </pc:sldMkLst>
        <pc:spChg chg="mod">
          <ac:chgData name="Ayhan Karaman" userId="ec277a7f08761a62" providerId="LiveId" clId="{A7318BDB-BC3B-435E-9587-295F14AD73EF}" dt="2026-10-11T20:37:50.455" v="2885" actId="14100"/>
          <ac:spMkLst>
            <pc:docMk/>
            <pc:sldMk cId="512067248" sldId="258"/>
            <ac:spMk id="2" creationId="{4F31AC6B-9B8F-F79D-2B52-3A31D83E3662}"/>
          </ac:spMkLst>
        </pc:spChg>
        <pc:spChg chg="del">
          <ac:chgData name="Ayhan Karaman" userId="ec277a7f08761a62" providerId="LiveId" clId="{A7318BDB-BC3B-435E-9587-295F14AD73EF}" dt="2026-10-11T19:09:09.829" v="1134" actId="478"/>
          <ac:spMkLst>
            <pc:docMk/>
            <pc:sldMk cId="512067248" sldId="258"/>
            <ac:spMk id="3" creationId="{3E60ABC4-A887-D5E7-B409-817308DFB8CB}"/>
          </ac:spMkLst>
        </pc:spChg>
        <pc:spChg chg="add mod">
          <ac:chgData name="Ayhan Karaman" userId="ec277a7f08761a62" providerId="LiveId" clId="{A7318BDB-BC3B-435E-9587-295F14AD73EF}" dt="2026-10-11T20:37:55.737" v="2886" actId="1076"/>
          <ac:spMkLst>
            <pc:docMk/>
            <pc:sldMk cId="512067248" sldId="258"/>
            <ac:spMk id="4" creationId="{9668639A-0B97-AD1E-43FA-28EF8958806C}"/>
          </ac:spMkLst>
        </pc:spChg>
        <pc:spChg chg="add mod">
          <ac:chgData name="Ayhan Karaman" userId="ec277a7f08761a62" providerId="LiveId" clId="{A7318BDB-BC3B-435E-9587-295F14AD73EF}" dt="2026-10-11T20:38:35.526" v="2891" actId="207"/>
          <ac:spMkLst>
            <pc:docMk/>
            <pc:sldMk cId="512067248" sldId="258"/>
            <ac:spMk id="5" creationId="{D158510D-C4F3-24F0-5171-960FD2A8E88A}"/>
          </ac:spMkLst>
        </pc:spChg>
        <pc:spChg chg="add del mod">
          <ac:chgData name="Ayhan Karaman" userId="ec277a7f08761a62" providerId="LiveId" clId="{A7318BDB-BC3B-435E-9587-295F14AD73EF}" dt="2026-10-11T19:23:18.651" v="1312"/>
          <ac:spMkLst>
            <pc:docMk/>
            <pc:sldMk cId="512067248" sldId="258"/>
            <ac:spMk id="6" creationId="{38F58C63-6EAB-22C8-FA8B-A7D0E1117499}"/>
          </ac:spMkLst>
        </pc:spChg>
        <pc:spChg chg="add del mod">
          <ac:chgData name="Ayhan Karaman" userId="ec277a7f08761a62" providerId="LiveId" clId="{A7318BDB-BC3B-435E-9587-295F14AD73EF}" dt="2026-10-11T19:22:43.089" v="1309"/>
          <ac:spMkLst>
            <pc:docMk/>
            <pc:sldMk cId="512067248" sldId="258"/>
            <ac:spMk id="7" creationId="{47C47182-6991-2535-C868-25E0B9198030}"/>
          </ac:spMkLst>
        </pc:spChg>
        <pc:graphicFrameChg chg="add mod modGraphic">
          <ac:chgData name="Ayhan Karaman" userId="ec277a7f08761a62" providerId="LiveId" clId="{A7318BDB-BC3B-435E-9587-295F14AD73EF}" dt="2026-10-11T20:37:40.728" v="2883" actId="1076"/>
          <ac:graphicFrameMkLst>
            <pc:docMk/>
            <pc:sldMk cId="512067248" sldId="258"/>
            <ac:graphicFrameMk id="8" creationId="{73B81C24-4295-452A-3186-02A4ECFDE86A}"/>
          </ac:graphicFrameMkLst>
        </pc:graphicFrameChg>
        <pc:graphicFrameChg chg="add mod modGraphic">
          <ac:chgData name="Ayhan Karaman" userId="ec277a7f08761a62" providerId="LiveId" clId="{A7318BDB-BC3B-435E-9587-295F14AD73EF}" dt="2026-10-11T20:39:06.415" v="2893" actId="6549"/>
          <ac:graphicFrameMkLst>
            <pc:docMk/>
            <pc:sldMk cId="512067248" sldId="258"/>
            <ac:graphicFrameMk id="9" creationId="{A9FEB907-20A7-2D65-95C7-F8C5370DE7F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A0D4D44-CABF-92BB-3C62-1EB6B97D4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1BAAEE2-781E-7A90-E684-6C81127ED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02F6003-624B-CAAB-0320-23BDBB28B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E739-70D6-40BD-B9BF-46BF9FC7432A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DE80BD1-2FB2-5E3F-5867-1639DE111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C418D78-1E74-E594-8EAC-7CBA5317D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76CE-1485-4C7A-A10F-2B1E3229C3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6671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0534B30-BB09-71B6-BD67-225879BB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28075F4-0CC6-6FE2-81E9-10EB0E70E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20995E9-8F38-5F33-65E6-C2D4E920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E739-70D6-40BD-B9BF-46BF9FC7432A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5AEF8A6-B835-BDB3-D4CB-385307E39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195BC74-2D02-15EB-76AB-1D6573C5F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76CE-1485-4C7A-A10F-2B1E3229C3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5460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648C97-3EF0-F75E-E7C5-770CAAAD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3887EC3-852C-820F-E711-8DFA451FE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3F6FF95-0ECF-5029-E769-0E8EB8DCF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E739-70D6-40BD-B9BF-46BF9FC7432A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38E7D2E-6A5F-5859-0408-79C61990C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73C3DFB-576A-83B7-C344-47F4B3EC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76CE-1485-4C7A-A10F-2B1E3229C3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5819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8A301F7-2800-E679-F048-B20D67BCE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4FECE2E-F3C5-4C5F-9940-F8ED3517DA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DDD7D2E-D3B5-B71B-F2D2-D3A6FB71F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34E5796-F931-1E09-239C-09C0A54F4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E739-70D6-40BD-B9BF-46BF9FC7432A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AB3385E-B280-63FE-B838-B9A0901CE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2006566-96DF-BF94-8A8B-3B431A888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76CE-1485-4C7A-A10F-2B1E3229C3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4326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72B07A-4A79-7341-1ABE-8C0B73F85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9D39C28-4A0F-8E64-F59B-BC57EFF99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5F8010B-5671-C43C-F305-47D31DC64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142055CA-D715-6FF6-C397-2B87193A1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4FB1BC05-8B99-3260-DB7C-A91C8418E2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7692C911-5058-82E5-F0E7-E2FAC844A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E739-70D6-40BD-B9BF-46BF9FC7432A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E34E2230-6960-6D2F-24A2-B6CD29D2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F32602D1-39F0-1310-7AE6-A7CEFFFFA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76CE-1485-4C7A-A10F-2B1E3229C3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2943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1AFCD8-3017-32FE-094A-1AD45EB7F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2BB9EEC0-C8DD-47FA-492B-F87F2DCA6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E739-70D6-40BD-B9BF-46BF9FC7432A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AB317F42-AE4D-F9A4-9B31-D0BC5281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8EBD65DC-0573-6601-B76F-BD116BA3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76CE-1485-4C7A-A10F-2B1E3229C3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5270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80F8FC92-E0CD-F79D-777C-792560A14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E739-70D6-40BD-B9BF-46BF9FC7432A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90D2EDA-751C-4160-3F80-3CBDD77F9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DF7A515-093F-0BAA-0A49-ECC727208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76CE-1485-4C7A-A10F-2B1E3229C3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3010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25E5F0A-27A4-2D37-6BFE-754ADA177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B366DEE-FFD8-7C17-723E-BE68F2447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0C91F0E-7477-6E77-255A-D06BB3377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364ADDF-28A8-B140-06E3-679321A45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E739-70D6-40BD-B9BF-46BF9FC7432A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1AD4981-BAC6-1D65-31A6-63B8FA694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2273508-6851-0EC3-A7E4-57DEE3BB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76CE-1485-4C7A-A10F-2B1E3229C3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5750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2FF251-BAC2-782A-FC8D-029D70002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4AC32020-EEBE-2450-978B-33B2E3D000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BD9A99B-9045-F88E-8465-1517CFD0B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42002E5-D944-512D-D312-9E18540C9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E739-70D6-40BD-B9BF-46BF9FC7432A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0A32806-A45E-A83D-EECF-8F6D863BC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65BD030-0CF0-015F-472D-A64BB179F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76CE-1485-4C7A-A10F-2B1E3229C3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6700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93A4CA9-0EA5-9FDA-C318-A81F08C93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42E0613-BCB2-0DAB-C5EF-07309FFE4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CD5BA32-5008-BA69-D70E-993B93DFA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E739-70D6-40BD-B9BF-46BF9FC7432A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D1F5EBB-8591-0F51-72C3-C1B8F94F6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E6E0BBA-0BD4-7F54-DB70-DB846B6F0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76CE-1485-4C7A-A10F-2B1E3229C3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0329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F1FFD082-F1CA-4E93-2FD3-21F24B086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A712DFD-745F-18B5-9A4D-FA282983E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469E8D4-3E75-B785-2CCB-77EE7DB4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E739-70D6-40BD-B9BF-46BF9FC7432A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BE86431-BB7A-6040-BE52-3613FEC02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6994732-E597-F41E-96CD-A764CDCC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976CE-1485-4C7A-A10F-2B1E3229C3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7651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C2949067-54FC-1817-D41D-57BC8D446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0CCD3EA-FAE7-2F90-9FED-8F5A00A30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DB1536E-B16F-CB66-E7CC-F0E175DC4F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B4E739-70D6-40BD-B9BF-46BF9FC7432A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2072E4F-E626-B5CA-C9DB-6E8990AD3F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D663F92-3A86-67C7-23E9-BFEE7B40A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976CE-1485-4C7A-A10F-2B1E3229C3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66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B18EA957-B910-98E5-A42C-78207747FB8A}"/>
              </a:ext>
            </a:extLst>
          </p:cNvPr>
          <p:cNvSpPr/>
          <p:nvPr/>
        </p:nvSpPr>
        <p:spPr>
          <a:xfrm>
            <a:off x="605245" y="116784"/>
            <a:ext cx="10981509" cy="1089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AVAMİL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DB23B2B-55E9-9652-30BD-D1D86BBEDC2E}"/>
              </a:ext>
            </a:extLst>
          </p:cNvPr>
          <p:cNvSpPr txBox="1"/>
          <p:nvPr/>
        </p:nvSpPr>
        <p:spPr>
          <a:xfrm>
            <a:off x="5667645" y="1436914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chemeClr val="bg1"/>
                </a:solidFill>
              </a:rPr>
              <a:t>(100)</a:t>
            </a:r>
          </a:p>
        </p:txBody>
      </p:sp>
      <p:sp>
        <p:nvSpPr>
          <p:cNvPr id="7" name="Ok: Bükülü 6">
            <a:extLst>
              <a:ext uri="{FF2B5EF4-FFF2-40B4-BE49-F238E27FC236}">
                <a16:creationId xmlns:a16="http://schemas.microsoft.com/office/drawing/2014/main" id="{352A761E-607A-B0EE-DC23-25C903C873AF}"/>
              </a:ext>
            </a:extLst>
          </p:cNvPr>
          <p:cNvSpPr/>
          <p:nvPr/>
        </p:nvSpPr>
        <p:spPr>
          <a:xfrm rot="5400000">
            <a:off x="7940716" y="-273421"/>
            <a:ext cx="311154" cy="4159335"/>
          </a:xfrm>
          <a:prstGeom prst="ben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Ok: Bükülü 7">
            <a:extLst>
              <a:ext uri="{FF2B5EF4-FFF2-40B4-BE49-F238E27FC236}">
                <a16:creationId xmlns:a16="http://schemas.microsoft.com/office/drawing/2014/main" id="{4550505E-C276-452E-7551-1493668FA891}"/>
              </a:ext>
            </a:extLst>
          </p:cNvPr>
          <p:cNvSpPr/>
          <p:nvPr/>
        </p:nvSpPr>
        <p:spPr>
          <a:xfrm rot="16200000" flipH="1">
            <a:off x="3874316" y="-259861"/>
            <a:ext cx="311154" cy="4132214"/>
          </a:xfrm>
          <a:prstGeom prst="bentArrow">
            <a:avLst>
              <a:gd name="adj1" fmla="val 21864"/>
              <a:gd name="adj2" fmla="val 25000"/>
              <a:gd name="adj3" fmla="val 25000"/>
              <a:gd name="adj4" fmla="val 4375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Ok: Aşağı 8">
            <a:extLst>
              <a:ext uri="{FF2B5EF4-FFF2-40B4-BE49-F238E27FC236}">
                <a16:creationId xmlns:a16="http://schemas.microsoft.com/office/drawing/2014/main" id="{770CC54A-1557-23A8-BA83-7939ABB8851F}"/>
              </a:ext>
            </a:extLst>
          </p:cNvPr>
          <p:cNvSpPr/>
          <p:nvPr/>
        </p:nvSpPr>
        <p:spPr>
          <a:xfrm>
            <a:off x="6016625" y="1170191"/>
            <a:ext cx="158750" cy="836082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0E57F1E5-6086-9035-E011-14CC75306A78}"/>
              </a:ext>
            </a:extLst>
          </p:cNvPr>
          <p:cNvSpPr/>
          <p:nvPr/>
        </p:nvSpPr>
        <p:spPr>
          <a:xfrm>
            <a:off x="1312333" y="1961821"/>
            <a:ext cx="1540934" cy="905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/>
              <a:t>İRAB</a:t>
            </a:r>
            <a:endParaRPr lang="tr-TR" dirty="0"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09A3DDF9-242A-9AC0-41D5-BDC8AF49AF00}"/>
              </a:ext>
            </a:extLst>
          </p:cNvPr>
          <p:cNvSpPr/>
          <p:nvPr/>
        </p:nvSpPr>
        <p:spPr>
          <a:xfrm>
            <a:off x="5325533" y="2006273"/>
            <a:ext cx="1540934" cy="905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/>
              <a:t>MAMÜL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27349648-4E11-35D5-B255-958EDEAECCE2}"/>
              </a:ext>
            </a:extLst>
          </p:cNvPr>
          <p:cNvSpPr/>
          <p:nvPr/>
        </p:nvSpPr>
        <p:spPr>
          <a:xfrm>
            <a:off x="9338733" y="1961821"/>
            <a:ext cx="1540934" cy="905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dirty="0"/>
              <a:t>AMİL</a:t>
            </a:r>
            <a:endParaRPr lang="tr-TR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0D5F918C-A590-54BE-DC23-DAE3B51E41B7}"/>
              </a:ext>
            </a:extLst>
          </p:cNvPr>
          <p:cNvSpPr txBox="1"/>
          <p:nvPr/>
        </p:nvSpPr>
        <p:spPr>
          <a:xfrm>
            <a:off x="5799967" y="2542875"/>
            <a:ext cx="592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bg1"/>
                </a:solidFill>
              </a:rPr>
              <a:t>(</a:t>
            </a:r>
            <a:r>
              <a:rPr lang="tr-TR" sz="1400" dirty="0">
                <a:solidFill>
                  <a:schemeClr val="bg1"/>
                </a:solidFill>
              </a:rPr>
              <a:t>30</a:t>
            </a:r>
            <a:r>
              <a:rPr lang="tr-TR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A185710-8E14-2BA7-5B98-64DA5CA3F3C1}"/>
              </a:ext>
            </a:extLst>
          </p:cNvPr>
          <p:cNvSpPr txBox="1"/>
          <p:nvPr/>
        </p:nvSpPr>
        <p:spPr>
          <a:xfrm>
            <a:off x="9879929" y="2517475"/>
            <a:ext cx="592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bg1"/>
                </a:solidFill>
              </a:rPr>
              <a:t>(</a:t>
            </a:r>
            <a:r>
              <a:rPr lang="tr-TR" sz="1400" dirty="0">
                <a:solidFill>
                  <a:schemeClr val="bg1"/>
                </a:solidFill>
              </a:rPr>
              <a:t>60</a:t>
            </a:r>
            <a:r>
              <a:rPr lang="tr-TR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1EB97B78-4638-D170-C1CD-1D1C8F463BF4}"/>
              </a:ext>
            </a:extLst>
          </p:cNvPr>
          <p:cNvSpPr txBox="1"/>
          <p:nvPr/>
        </p:nvSpPr>
        <p:spPr>
          <a:xfrm>
            <a:off x="1786768" y="2470913"/>
            <a:ext cx="592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bg1"/>
                </a:solidFill>
              </a:rPr>
              <a:t>(</a:t>
            </a:r>
            <a:r>
              <a:rPr lang="tr-TR" sz="1400" dirty="0">
                <a:solidFill>
                  <a:schemeClr val="bg1"/>
                </a:solidFill>
              </a:rPr>
              <a:t>10</a:t>
            </a:r>
            <a:r>
              <a:rPr lang="tr-TR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2D70BCB7-0CCD-2550-68CB-359E0446DAFB}"/>
              </a:ext>
            </a:extLst>
          </p:cNvPr>
          <p:cNvCxnSpPr>
            <a:cxnSpLocks/>
            <a:stCxn id="15" idx="2"/>
            <a:endCxn id="22" idx="0"/>
          </p:cNvCxnSpPr>
          <p:nvPr/>
        </p:nvCxnSpPr>
        <p:spPr>
          <a:xfrm flipH="1">
            <a:off x="856750" y="2840245"/>
            <a:ext cx="1226050" cy="6780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>
            <a:extLst>
              <a:ext uri="{FF2B5EF4-FFF2-40B4-BE49-F238E27FC236}">
                <a16:creationId xmlns:a16="http://schemas.microsoft.com/office/drawing/2014/main" id="{2F6A5D9C-BDD4-814B-6B2D-CD09F73D9059}"/>
              </a:ext>
            </a:extLst>
          </p:cNvPr>
          <p:cNvCxnSpPr>
            <a:cxnSpLocks/>
            <a:stCxn id="15" idx="2"/>
            <a:endCxn id="29" idx="0"/>
          </p:cNvCxnSpPr>
          <p:nvPr/>
        </p:nvCxnSpPr>
        <p:spPr>
          <a:xfrm flipH="1">
            <a:off x="2076603" y="2840245"/>
            <a:ext cx="6197" cy="665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>
            <a:extLst>
              <a:ext uri="{FF2B5EF4-FFF2-40B4-BE49-F238E27FC236}">
                <a16:creationId xmlns:a16="http://schemas.microsoft.com/office/drawing/2014/main" id="{174B244A-71B3-60A3-A57F-2A379650394B}"/>
              </a:ext>
            </a:extLst>
          </p:cNvPr>
          <p:cNvCxnSpPr>
            <a:cxnSpLocks/>
            <a:stCxn id="15" idx="2"/>
            <a:endCxn id="34" idx="0"/>
          </p:cNvCxnSpPr>
          <p:nvPr/>
        </p:nvCxnSpPr>
        <p:spPr>
          <a:xfrm>
            <a:off x="2082800" y="2840245"/>
            <a:ext cx="1358116" cy="662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1F732419-7BEE-3A59-BFB4-D28508256611}"/>
              </a:ext>
            </a:extLst>
          </p:cNvPr>
          <p:cNvSpPr txBox="1"/>
          <p:nvPr/>
        </p:nvSpPr>
        <p:spPr>
          <a:xfrm>
            <a:off x="406947" y="3518250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Hazf(3)</a:t>
            </a:r>
          </a:p>
        </p:txBody>
      </p:sp>
      <p:sp>
        <p:nvSpPr>
          <p:cNvPr id="29" name="Metin kutusu 28">
            <a:extLst>
              <a:ext uri="{FF2B5EF4-FFF2-40B4-BE49-F238E27FC236}">
                <a16:creationId xmlns:a16="http://schemas.microsoft.com/office/drawing/2014/main" id="{FB29CB00-25B0-7F4B-C3C5-A799D152645B}"/>
              </a:ext>
            </a:extLst>
          </p:cNvPr>
          <p:cNvSpPr txBox="1"/>
          <p:nvPr/>
        </p:nvSpPr>
        <p:spPr>
          <a:xfrm>
            <a:off x="1638694" y="3505949"/>
            <a:ext cx="875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Harf(4)</a:t>
            </a:r>
          </a:p>
          <a:p>
            <a:endParaRPr lang="tr-TR" dirty="0"/>
          </a:p>
        </p:txBody>
      </p:sp>
      <p:sp>
        <p:nvSpPr>
          <p:cNvPr id="34" name="Metin kutusu 33">
            <a:extLst>
              <a:ext uri="{FF2B5EF4-FFF2-40B4-BE49-F238E27FC236}">
                <a16:creationId xmlns:a16="http://schemas.microsoft.com/office/drawing/2014/main" id="{142A3B73-AEDE-F62B-CF05-E952BC475629}"/>
              </a:ext>
            </a:extLst>
          </p:cNvPr>
          <p:cNvSpPr txBox="1"/>
          <p:nvPr/>
        </p:nvSpPr>
        <p:spPr>
          <a:xfrm>
            <a:off x="2852242" y="3502397"/>
            <a:ext cx="1177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Hareke(3)</a:t>
            </a:r>
          </a:p>
        </p:txBody>
      </p:sp>
      <p:cxnSp>
        <p:nvCxnSpPr>
          <p:cNvPr id="44" name="Düz Ok Bağlayıcısı 43">
            <a:extLst>
              <a:ext uri="{FF2B5EF4-FFF2-40B4-BE49-F238E27FC236}">
                <a16:creationId xmlns:a16="http://schemas.microsoft.com/office/drawing/2014/main" id="{DBA2D012-13C4-2F23-88DA-FE51CFE69079}"/>
              </a:ext>
            </a:extLst>
          </p:cNvPr>
          <p:cNvCxnSpPr>
            <a:cxnSpLocks/>
            <a:stCxn id="49" idx="2"/>
            <a:endCxn id="70" idx="0"/>
          </p:cNvCxnSpPr>
          <p:nvPr/>
        </p:nvCxnSpPr>
        <p:spPr>
          <a:xfrm flipH="1">
            <a:off x="5136274" y="4026082"/>
            <a:ext cx="63681" cy="295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Düz Ok Bağlayıcısı 45">
            <a:extLst>
              <a:ext uri="{FF2B5EF4-FFF2-40B4-BE49-F238E27FC236}">
                <a16:creationId xmlns:a16="http://schemas.microsoft.com/office/drawing/2014/main" id="{F1FED42F-EF62-07C2-87F7-A8387B525FE8}"/>
              </a:ext>
            </a:extLst>
          </p:cNvPr>
          <p:cNvCxnSpPr>
            <a:cxnSpLocks/>
            <a:stCxn id="13" idx="2"/>
            <a:endCxn id="50" idx="0"/>
          </p:cNvCxnSpPr>
          <p:nvPr/>
        </p:nvCxnSpPr>
        <p:spPr>
          <a:xfrm>
            <a:off x="6095999" y="2912207"/>
            <a:ext cx="1575074" cy="455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Metin kutusu 48">
            <a:extLst>
              <a:ext uri="{FF2B5EF4-FFF2-40B4-BE49-F238E27FC236}">
                <a16:creationId xmlns:a16="http://schemas.microsoft.com/office/drawing/2014/main" id="{02D12DE1-EF81-6F17-C602-03C239CEFE92}"/>
              </a:ext>
            </a:extLst>
          </p:cNvPr>
          <p:cNvSpPr txBox="1"/>
          <p:nvPr/>
        </p:nvSpPr>
        <p:spPr>
          <a:xfrm>
            <a:off x="4446688" y="3379751"/>
            <a:ext cx="1506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Mamül</a:t>
            </a:r>
            <a:r>
              <a:rPr lang="tr-TR" dirty="0"/>
              <a:t>-ü </a:t>
            </a:r>
            <a:r>
              <a:rPr lang="tr-TR" dirty="0" err="1"/>
              <a:t>Bi’l-Asale</a:t>
            </a:r>
            <a:r>
              <a:rPr lang="tr-TR" dirty="0"/>
              <a:t>(25)</a:t>
            </a:r>
          </a:p>
        </p:txBody>
      </p:sp>
      <p:sp>
        <p:nvSpPr>
          <p:cNvPr id="50" name="Metin kutusu 49">
            <a:extLst>
              <a:ext uri="{FF2B5EF4-FFF2-40B4-BE49-F238E27FC236}">
                <a16:creationId xmlns:a16="http://schemas.microsoft.com/office/drawing/2014/main" id="{92CE1E63-B397-4A00-57DC-BE838B1AD5FF}"/>
              </a:ext>
            </a:extLst>
          </p:cNvPr>
          <p:cNvSpPr txBox="1"/>
          <p:nvPr/>
        </p:nvSpPr>
        <p:spPr>
          <a:xfrm>
            <a:off x="6804297" y="3367449"/>
            <a:ext cx="1733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Mamül</a:t>
            </a:r>
            <a:r>
              <a:rPr lang="tr-TR" dirty="0"/>
              <a:t>-ü </a:t>
            </a:r>
          </a:p>
          <a:p>
            <a:r>
              <a:rPr lang="tr-TR" dirty="0" err="1"/>
              <a:t>Bi’t-Tebeiyye</a:t>
            </a:r>
            <a:r>
              <a:rPr lang="tr-TR" dirty="0"/>
              <a:t>(5)</a:t>
            </a:r>
          </a:p>
        </p:txBody>
      </p:sp>
      <p:cxnSp>
        <p:nvCxnSpPr>
          <p:cNvPr id="67" name="Düz Bağlayıcı 66">
            <a:extLst>
              <a:ext uri="{FF2B5EF4-FFF2-40B4-BE49-F238E27FC236}">
                <a16:creationId xmlns:a16="http://schemas.microsoft.com/office/drawing/2014/main" id="{FB9D2BC2-D736-55F3-1BF6-C5BDCB3272A4}"/>
              </a:ext>
            </a:extLst>
          </p:cNvPr>
          <p:cNvCxnSpPr>
            <a:cxnSpLocks/>
          </p:cNvCxnSpPr>
          <p:nvPr/>
        </p:nvCxnSpPr>
        <p:spPr>
          <a:xfrm>
            <a:off x="4288731" y="4306657"/>
            <a:ext cx="18224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4" name="Grup 73">
            <a:extLst>
              <a:ext uri="{FF2B5EF4-FFF2-40B4-BE49-F238E27FC236}">
                <a16:creationId xmlns:a16="http://schemas.microsoft.com/office/drawing/2014/main" id="{8AE25A07-AC57-4849-6578-93C0F35B948F}"/>
              </a:ext>
            </a:extLst>
          </p:cNvPr>
          <p:cNvGrpSpPr/>
          <p:nvPr/>
        </p:nvGrpSpPr>
        <p:grpSpPr>
          <a:xfrm>
            <a:off x="4167099" y="4321189"/>
            <a:ext cx="2231222" cy="855476"/>
            <a:chOff x="4366924" y="5082695"/>
            <a:chExt cx="2331087" cy="1405626"/>
          </a:xfrm>
        </p:grpSpPr>
        <p:sp>
          <p:nvSpPr>
            <p:cNvPr id="70" name="Metin kutusu 69">
              <a:extLst>
                <a:ext uri="{FF2B5EF4-FFF2-40B4-BE49-F238E27FC236}">
                  <a16:creationId xmlns:a16="http://schemas.microsoft.com/office/drawing/2014/main" id="{DE98D314-22AE-569B-B6DD-CF4F3B23ADB3}"/>
                </a:ext>
              </a:extLst>
            </p:cNvPr>
            <p:cNvSpPr txBox="1"/>
            <p:nvPr/>
          </p:nvSpPr>
          <p:spPr>
            <a:xfrm>
              <a:off x="4366924" y="5082695"/>
              <a:ext cx="20251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1. </a:t>
              </a:r>
              <a:r>
                <a:rPr lang="tr-TR" sz="1600" dirty="0" err="1">
                  <a:solidFill>
                    <a:schemeClr val="accent1">
                      <a:lumMod val="75000"/>
                    </a:schemeClr>
                  </a:solidFill>
                </a:rPr>
                <a:t>Mamül</a:t>
              </a:r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-ü Merfu (9)</a:t>
              </a:r>
            </a:p>
          </p:txBody>
        </p:sp>
        <p:sp>
          <p:nvSpPr>
            <p:cNvPr id="71" name="Metin kutusu 70">
              <a:extLst>
                <a:ext uri="{FF2B5EF4-FFF2-40B4-BE49-F238E27FC236}">
                  <a16:creationId xmlns:a16="http://schemas.microsoft.com/office/drawing/2014/main" id="{DE030D7B-6835-2355-6F1F-D4B3FC2BF737}"/>
                </a:ext>
              </a:extLst>
            </p:cNvPr>
            <p:cNvSpPr txBox="1"/>
            <p:nvPr/>
          </p:nvSpPr>
          <p:spPr>
            <a:xfrm>
              <a:off x="4366924" y="5437701"/>
              <a:ext cx="23310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2. </a:t>
              </a:r>
              <a:r>
                <a:rPr lang="tr-TR" sz="1600" dirty="0" err="1">
                  <a:solidFill>
                    <a:schemeClr val="accent1">
                      <a:lumMod val="75000"/>
                    </a:schemeClr>
                  </a:solidFill>
                </a:rPr>
                <a:t>Mamül</a:t>
              </a:r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-ü </a:t>
              </a:r>
              <a:r>
                <a:rPr lang="tr-TR" sz="1600" dirty="0" err="1">
                  <a:solidFill>
                    <a:schemeClr val="accent1">
                      <a:lumMod val="75000"/>
                    </a:schemeClr>
                  </a:solidFill>
                </a:rPr>
                <a:t>Mensub</a:t>
              </a:r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 (13)</a:t>
              </a:r>
            </a:p>
          </p:txBody>
        </p:sp>
        <p:sp>
          <p:nvSpPr>
            <p:cNvPr id="72" name="Metin kutusu 71">
              <a:extLst>
                <a:ext uri="{FF2B5EF4-FFF2-40B4-BE49-F238E27FC236}">
                  <a16:creationId xmlns:a16="http://schemas.microsoft.com/office/drawing/2014/main" id="{FB4BE46A-1CCE-5075-9E10-AB0CF95D6DDA}"/>
                </a:ext>
              </a:extLst>
            </p:cNvPr>
            <p:cNvSpPr txBox="1"/>
            <p:nvPr/>
          </p:nvSpPr>
          <p:spPr>
            <a:xfrm>
              <a:off x="4382951" y="6149767"/>
              <a:ext cx="22633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4. </a:t>
              </a:r>
              <a:r>
                <a:rPr lang="tr-TR" sz="1600" dirty="0" err="1">
                  <a:solidFill>
                    <a:schemeClr val="accent1">
                      <a:lumMod val="75000"/>
                    </a:schemeClr>
                  </a:solidFill>
                </a:rPr>
                <a:t>Mamül</a:t>
              </a:r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-ü </a:t>
              </a:r>
              <a:r>
                <a:rPr lang="tr-TR" sz="1600" dirty="0" err="1">
                  <a:solidFill>
                    <a:schemeClr val="accent1">
                      <a:lumMod val="75000"/>
                    </a:schemeClr>
                  </a:solidFill>
                </a:rPr>
                <a:t>Meczum</a:t>
              </a:r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 (1)</a:t>
              </a:r>
            </a:p>
          </p:txBody>
        </p:sp>
        <p:sp>
          <p:nvSpPr>
            <p:cNvPr id="73" name="Metin kutusu 72">
              <a:extLst>
                <a:ext uri="{FF2B5EF4-FFF2-40B4-BE49-F238E27FC236}">
                  <a16:creationId xmlns:a16="http://schemas.microsoft.com/office/drawing/2014/main" id="{EFC03C41-6D66-E8B2-E119-2E63FB651E61}"/>
                </a:ext>
              </a:extLst>
            </p:cNvPr>
            <p:cNvSpPr txBox="1"/>
            <p:nvPr/>
          </p:nvSpPr>
          <p:spPr>
            <a:xfrm>
              <a:off x="4382951" y="5811213"/>
              <a:ext cx="21387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3. </a:t>
              </a:r>
              <a:r>
                <a:rPr lang="tr-TR" sz="1600" dirty="0" err="1">
                  <a:solidFill>
                    <a:schemeClr val="accent1">
                      <a:lumMod val="75000"/>
                    </a:schemeClr>
                  </a:solidFill>
                </a:rPr>
                <a:t>Mamül</a:t>
              </a:r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-ü </a:t>
              </a:r>
              <a:r>
                <a:rPr lang="tr-TR" sz="1600" dirty="0" err="1">
                  <a:solidFill>
                    <a:schemeClr val="accent1">
                      <a:lumMod val="75000"/>
                    </a:schemeClr>
                  </a:solidFill>
                </a:rPr>
                <a:t>Mecrur</a:t>
              </a:r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 (2)</a:t>
              </a:r>
            </a:p>
          </p:txBody>
        </p:sp>
      </p:grpSp>
      <p:cxnSp>
        <p:nvCxnSpPr>
          <p:cNvPr id="83" name="Düz Ok Bağlayıcısı 82">
            <a:extLst>
              <a:ext uri="{FF2B5EF4-FFF2-40B4-BE49-F238E27FC236}">
                <a16:creationId xmlns:a16="http://schemas.microsoft.com/office/drawing/2014/main" id="{CD0605F7-B013-810F-4CE5-605BED7B4D64}"/>
              </a:ext>
            </a:extLst>
          </p:cNvPr>
          <p:cNvCxnSpPr>
            <a:cxnSpLocks/>
            <a:stCxn id="14" idx="2"/>
            <a:endCxn id="89" idx="0"/>
          </p:cNvCxnSpPr>
          <p:nvPr/>
        </p:nvCxnSpPr>
        <p:spPr>
          <a:xfrm flipH="1">
            <a:off x="9367545" y="2886807"/>
            <a:ext cx="808416" cy="477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Düz Ok Bağlayıcısı 83">
            <a:extLst>
              <a:ext uri="{FF2B5EF4-FFF2-40B4-BE49-F238E27FC236}">
                <a16:creationId xmlns:a16="http://schemas.microsoft.com/office/drawing/2014/main" id="{732EE0E4-D83F-E33C-F129-ABF9D8F547C7}"/>
              </a:ext>
            </a:extLst>
          </p:cNvPr>
          <p:cNvCxnSpPr>
            <a:cxnSpLocks/>
            <a:stCxn id="14" idx="2"/>
            <a:endCxn id="94" idx="0"/>
          </p:cNvCxnSpPr>
          <p:nvPr/>
        </p:nvCxnSpPr>
        <p:spPr>
          <a:xfrm>
            <a:off x="10175961" y="2886807"/>
            <a:ext cx="1159289" cy="492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Metin kutusu 88">
            <a:extLst>
              <a:ext uri="{FF2B5EF4-FFF2-40B4-BE49-F238E27FC236}">
                <a16:creationId xmlns:a16="http://schemas.microsoft.com/office/drawing/2014/main" id="{1CF7C57A-2A0A-A8F1-F1D3-5F77CA1E606C}"/>
              </a:ext>
            </a:extLst>
          </p:cNvPr>
          <p:cNvSpPr txBox="1"/>
          <p:nvPr/>
        </p:nvSpPr>
        <p:spPr>
          <a:xfrm>
            <a:off x="8707145" y="3363897"/>
            <a:ext cx="132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Amil-i Manevi(2)</a:t>
            </a:r>
          </a:p>
        </p:txBody>
      </p:sp>
      <p:sp>
        <p:nvSpPr>
          <p:cNvPr id="94" name="Metin kutusu 93">
            <a:extLst>
              <a:ext uri="{FF2B5EF4-FFF2-40B4-BE49-F238E27FC236}">
                <a16:creationId xmlns:a16="http://schemas.microsoft.com/office/drawing/2014/main" id="{EC72CD1F-45F4-C6FF-7909-FEF5FA3D1236}"/>
              </a:ext>
            </a:extLst>
          </p:cNvPr>
          <p:cNvSpPr txBox="1"/>
          <p:nvPr/>
        </p:nvSpPr>
        <p:spPr>
          <a:xfrm>
            <a:off x="10674850" y="3379751"/>
            <a:ext cx="132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Amil-i Lafzi(58)</a:t>
            </a:r>
          </a:p>
        </p:txBody>
      </p:sp>
      <p:cxnSp>
        <p:nvCxnSpPr>
          <p:cNvPr id="98" name="Düz Ok Bağlayıcısı 97">
            <a:extLst>
              <a:ext uri="{FF2B5EF4-FFF2-40B4-BE49-F238E27FC236}">
                <a16:creationId xmlns:a16="http://schemas.microsoft.com/office/drawing/2014/main" id="{105E4A70-F509-9A06-F453-54C8AA8CD5EB}"/>
              </a:ext>
            </a:extLst>
          </p:cNvPr>
          <p:cNvCxnSpPr>
            <a:cxnSpLocks/>
            <a:stCxn id="94" idx="2"/>
            <a:endCxn id="107" idx="0"/>
          </p:cNvCxnSpPr>
          <p:nvPr/>
        </p:nvCxnSpPr>
        <p:spPr>
          <a:xfrm>
            <a:off x="11335250" y="4026082"/>
            <a:ext cx="0" cy="424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Düz Ok Bağlayıcısı 98">
            <a:extLst>
              <a:ext uri="{FF2B5EF4-FFF2-40B4-BE49-F238E27FC236}">
                <a16:creationId xmlns:a16="http://schemas.microsoft.com/office/drawing/2014/main" id="{C55BFDE2-88A0-44F5-2A20-35E22411BDD2}"/>
              </a:ext>
            </a:extLst>
          </p:cNvPr>
          <p:cNvCxnSpPr>
            <a:cxnSpLocks/>
            <a:stCxn id="94" idx="2"/>
            <a:endCxn id="106" idx="0"/>
          </p:cNvCxnSpPr>
          <p:nvPr/>
        </p:nvCxnSpPr>
        <p:spPr>
          <a:xfrm flipH="1">
            <a:off x="9570720" y="4026082"/>
            <a:ext cx="1764530" cy="321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Metin kutusu 105">
            <a:extLst>
              <a:ext uri="{FF2B5EF4-FFF2-40B4-BE49-F238E27FC236}">
                <a16:creationId xmlns:a16="http://schemas.microsoft.com/office/drawing/2014/main" id="{9FEADA09-A5AD-35F1-1A83-FFB66987E695}"/>
              </a:ext>
            </a:extLst>
          </p:cNvPr>
          <p:cNvSpPr txBox="1"/>
          <p:nvPr/>
        </p:nvSpPr>
        <p:spPr>
          <a:xfrm>
            <a:off x="8910320" y="4347395"/>
            <a:ext cx="132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Amil-i Kıyasi(9)</a:t>
            </a:r>
          </a:p>
        </p:txBody>
      </p:sp>
      <p:sp>
        <p:nvSpPr>
          <p:cNvPr id="107" name="Metin kutusu 106">
            <a:extLst>
              <a:ext uri="{FF2B5EF4-FFF2-40B4-BE49-F238E27FC236}">
                <a16:creationId xmlns:a16="http://schemas.microsoft.com/office/drawing/2014/main" id="{686F2AAA-5BCC-7FCC-D345-A104FF1CE95C}"/>
              </a:ext>
            </a:extLst>
          </p:cNvPr>
          <p:cNvSpPr txBox="1"/>
          <p:nvPr/>
        </p:nvSpPr>
        <p:spPr>
          <a:xfrm>
            <a:off x="10674850" y="4450419"/>
            <a:ext cx="132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Amil-i Semai(49)</a:t>
            </a:r>
          </a:p>
        </p:txBody>
      </p:sp>
      <p:grpSp>
        <p:nvGrpSpPr>
          <p:cNvPr id="24" name="Grup 23">
            <a:extLst>
              <a:ext uri="{FF2B5EF4-FFF2-40B4-BE49-F238E27FC236}">
                <a16:creationId xmlns:a16="http://schemas.microsoft.com/office/drawing/2014/main" id="{4CAB63B4-FD1F-56B0-D557-DCFEC7A2D04B}"/>
              </a:ext>
            </a:extLst>
          </p:cNvPr>
          <p:cNvGrpSpPr/>
          <p:nvPr/>
        </p:nvGrpSpPr>
        <p:grpSpPr>
          <a:xfrm>
            <a:off x="9570049" y="5330893"/>
            <a:ext cx="2594700" cy="1191259"/>
            <a:chOff x="1306552" y="4724434"/>
            <a:chExt cx="2594700" cy="1191259"/>
          </a:xfrm>
        </p:grpSpPr>
        <p:sp>
          <p:nvSpPr>
            <p:cNvPr id="6" name="Metin kutusu 5">
              <a:extLst>
                <a:ext uri="{FF2B5EF4-FFF2-40B4-BE49-F238E27FC236}">
                  <a16:creationId xmlns:a16="http://schemas.microsoft.com/office/drawing/2014/main" id="{EC103A0C-957F-1BC9-195E-F2C7D0417206}"/>
                </a:ext>
              </a:extLst>
            </p:cNvPr>
            <p:cNvSpPr txBox="1"/>
            <p:nvPr/>
          </p:nvSpPr>
          <p:spPr>
            <a:xfrm>
              <a:off x="1306552" y="4724434"/>
              <a:ext cx="1642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1. Harf-i Cer (20)</a:t>
              </a:r>
            </a:p>
          </p:txBody>
        </p:sp>
        <p:sp>
          <p:nvSpPr>
            <p:cNvPr id="16" name="Metin kutusu 15">
              <a:extLst>
                <a:ext uri="{FF2B5EF4-FFF2-40B4-BE49-F238E27FC236}">
                  <a16:creationId xmlns:a16="http://schemas.microsoft.com/office/drawing/2014/main" id="{97608624-8029-9BAF-9BCA-55C640B05ADE}"/>
                </a:ext>
              </a:extLst>
            </p:cNvPr>
            <p:cNvSpPr txBox="1"/>
            <p:nvPr/>
          </p:nvSpPr>
          <p:spPr>
            <a:xfrm>
              <a:off x="1306552" y="4940494"/>
              <a:ext cx="2581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2. İsmi </a:t>
              </a:r>
              <a:r>
                <a:rPr lang="tr-TR" sz="1600" dirty="0" err="1">
                  <a:solidFill>
                    <a:schemeClr val="accent1">
                      <a:lumMod val="75000"/>
                    </a:schemeClr>
                  </a:solidFill>
                </a:rPr>
                <a:t>Nasb</a:t>
              </a:r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, Haberi </a:t>
              </a:r>
              <a:r>
                <a:rPr lang="tr-TR" sz="1600" dirty="0" err="1">
                  <a:solidFill>
                    <a:schemeClr val="accent1">
                      <a:lumMod val="75000"/>
                    </a:schemeClr>
                  </a:solidFill>
                </a:rPr>
                <a:t>Ref</a:t>
              </a:r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 (8)</a:t>
              </a:r>
            </a:p>
          </p:txBody>
        </p:sp>
        <p:sp>
          <p:nvSpPr>
            <p:cNvPr id="18" name="Metin kutusu 17">
              <a:extLst>
                <a:ext uri="{FF2B5EF4-FFF2-40B4-BE49-F238E27FC236}">
                  <a16:creationId xmlns:a16="http://schemas.microsoft.com/office/drawing/2014/main" id="{998CBB6A-E625-0546-913F-FAA7B24D349F}"/>
                </a:ext>
              </a:extLst>
            </p:cNvPr>
            <p:cNvSpPr txBox="1"/>
            <p:nvPr/>
          </p:nvSpPr>
          <p:spPr>
            <a:xfrm>
              <a:off x="1321892" y="5373863"/>
              <a:ext cx="21891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4. Fiil-i </a:t>
              </a:r>
              <a:r>
                <a:rPr lang="tr-TR" sz="1600" dirty="0" err="1">
                  <a:solidFill>
                    <a:schemeClr val="accent1">
                      <a:lumMod val="75000"/>
                    </a:schemeClr>
                  </a:solidFill>
                </a:rPr>
                <a:t>Muzari</a:t>
              </a:r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tr-TR" sz="1600" dirty="0" err="1">
                  <a:solidFill>
                    <a:schemeClr val="accent1">
                      <a:lumMod val="75000"/>
                    </a:schemeClr>
                  </a:solidFill>
                </a:rPr>
                <a:t>Nasb</a:t>
              </a:r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 (4)</a:t>
              </a:r>
            </a:p>
          </p:txBody>
        </p:sp>
        <p:sp>
          <p:nvSpPr>
            <p:cNvPr id="20" name="Metin kutusu 19">
              <a:extLst>
                <a:ext uri="{FF2B5EF4-FFF2-40B4-BE49-F238E27FC236}">
                  <a16:creationId xmlns:a16="http://schemas.microsoft.com/office/drawing/2014/main" id="{8035F9EA-F268-95BC-10F2-37EFD1A34E90}"/>
                </a:ext>
              </a:extLst>
            </p:cNvPr>
            <p:cNvSpPr txBox="1"/>
            <p:nvPr/>
          </p:nvSpPr>
          <p:spPr>
            <a:xfrm>
              <a:off x="1321892" y="5167816"/>
              <a:ext cx="25793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3. İsmi </a:t>
              </a:r>
              <a:r>
                <a:rPr lang="tr-TR" sz="1600" dirty="0" err="1">
                  <a:solidFill>
                    <a:schemeClr val="accent1">
                      <a:lumMod val="75000"/>
                    </a:schemeClr>
                  </a:solidFill>
                </a:rPr>
                <a:t>Ref</a:t>
              </a:r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, Haberi </a:t>
              </a:r>
              <a:r>
                <a:rPr lang="tr-TR" sz="1600" dirty="0" err="1">
                  <a:solidFill>
                    <a:schemeClr val="accent1">
                      <a:lumMod val="75000"/>
                    </a:schemeClr>
                  </a:solidFill>
                </a:rPr>
                <a:t>Nasb</a:t>
              </a:r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 (2)</a:t>
              </a:r>
            </a:p>
          </p:txBody>
        </p:sp>
        <p:sp>
          <p:nvSpPr>
            <p:cNvPr id="23" name="Metin kutusu 22">
              <a:extLst>
                <a:ext uri="{FF2B5EF4-FFF2-40B4-BE49-F238E27FC236}">
                  <a16:creationId xmlns:a16="http://schemas.microsoft.com/office/drawing/2014/main" id="{AF74F6CD-7BBA-C036-D6CE-9B9CB9818A6F}"/>
                </a:ext>
              </a:extLst>
            </p:cNvPr>
            <p:cNvSpPr txBox="1"/>
            <p:nvPr/>
          </p:nvSpPr>
          <p:spPr>
            <a:xfrm>
              <a:off x="1321892" y="5577139"/>
              <a:ext cx="23417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5. Fiil-i </a:t>
              </a:r>
              <a:r>
                <a:rPr lang="tr-TR" sz="1600" dirty="0" err="1">
                  <a:solidFill>
                    <a:schemeClr val="accent1">
                      <a:lumMod val="75000"/>
                    </a:schemeClr>
                  </a:solidFill>
                </a:rPr>
                <a:t>Muzari</a:t>
              </a:r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tr-TR" sz="1600" dirty="0" err="1">
                  <a:solidFill>
                    <a:schemeClr val="accent1">
                      <a:lumMod val="75000"/>
                    </a:schemeClr>
                  </a:solidFill>
                </a:rPr>
                <a:t>Cezm</a:t>
              </a:r>
              <a:r>
                <a:rPr lang="tr-TR" sz="1600" dirty="0">
                  <a:solidFill>
                    <a:schemeClr val="accent1">
                      <a:lumMod val="75000"/>
                    </a:schemeClr>
                  </a:solidFill>
                </a:rPr>
                <a:t> (15)</a:t>
              </a:r>
            </a:p>
          </p:txBody>
        </p:sp>
      </p:grpSp>
      <p:cxnSp>
        <p:nvCxnSpPr>
          <p:cNvPr id="25" name="Düz Ok Bağlayıcısı 24">
            <a:extLst>
              <a:ext uri="{FF2B5EF4-FFF2-40B4-BE49-F238E27FC236}">
                <a16:creationId xmlns:a16="http://schemas.microsoft.com/office/drawing/2014/main" id="{6B4CA5AD-4432-6E1E-D603-D9F0E8349836}"/>
              </a:ext>
            </a:extLst>
          </p:cNvPr>
          <p:cNvCxnSpPr>
            <a:cxnSpLocks/>
            <a:stCxn id="107" idx="2"/>
          </p:cNvCxnSpPr>
          <p:nvPr/>
        </p:nvCxnSpPr>
        <p:spPr>
          <a:xfrm flipH="1">
            <a:off x="10834614" y="5096750"/>
            <a:ext cx="500636" cy="2051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Düz Bağlayıcı 30">
            <a:extLst>
              <a:ext uri="{FF2B5EF4-FFF2-40B4-BE49-F238E27FC236}">
                <a16:creationId xmlns:a16="http://schemas.microsoft.com/office/drawing/2014/main" id="{FAEB3B02-F679-8898-A56D-1AC25D7CC733}"/>
              </a:ext>
            </a:extLst>
          </p:cNvPr>
          <p:cNvCxnSpPr>
            <a:cxnSpLocks/>
          </p:cNvCxnSpPr>
          <p:nvPr/>
        </p:nvCxnSpPr>
        <p:spPr>
          <a:xfrm>
            <a:off x="9678507" y="5341843"/>
            <a:ext cx="23122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>
            <a:extLst>
              <a:ext uri="{FF2B5EF4-FFF2-40B4-BE49-F238E27FC236}">
                <a16:creationId xmlns:a16="http://schemas.microsoft.com/office/drawing/2014/main" id="{EC89B389-F3CF-91D6-DB9A-B7FA7DE026C2}"/>
              </a:ext>
            </a:extLst>
          </p:cNvPr>
          <p:cNvCxnSpPr>
            <a:cxnSpLocks/>
            <a:stCxn id="13" idx="2"/>
            <a:endCxn id="49" idx="0"/>
          </p:cNvCxnSpPr>
          <p:nvPr/>
        </p:nvCxnSpPr>
        <p:spPr>
          <a:xfrm flipH="1">
            <a:off x="5199955" y="2912207"/>
            <a:ext cx="896044" cy="467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904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340E6F-8D9B-A29F-8D57-3D62D3B9A93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tr-TR" sz="6000" dirty="0">
                <a:solidFill>
                  <a:schemeClr val="bg1"/>
                </a:solidFill>
                <a:latin typeface="Algerian" panose="04020705040A02060702" pitchFamily="82" charset="0"/>
              </a:rPr>
              <a:t>AMİL</a:t>
            </a:r>
            <a:endParaRPr lang="tr-TR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AD1C7C5E-8792-A0AD-A3DE-F02AD22702E4}"/>
              </a:ext>
            </a:extLst>
          </p:cNvPr>
          <p:cNvSpPr txBox="1"/>
          <p:nvPr/>
        </p:nvSpPr>
        <p:spPr>
          <a:xfrm>
            <a:off x="5751194" y="1321356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chemeClr val="bg1"/>
                </a:solidFill>
              </a:rPr>
              <a:t>(100)</a:t>
            </a:r>
          </a:p>
        </p:txBody>
      </p:sp>
      <p:cxnSp>
        <p:nvCxnSpPr>
          <p:cNvPr id="6" name="Düz Ok Bağlayıcısı 5">
            <a:extLst>
              <a:ext uri="{FF2B5EF4-FFF2-40B4-BE49-F238E27FC236}">
                <a16:creationId xmlns:a16="http://schemas.microsoft.com/office/drawing/2014/main" id="{8AB07830-DC11-5A85-C7BC-9A30681F4237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flipH="1">
            <a:off x="1698409" y="1690688"/>
            <a:ext cx="4397591" cy="1060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üz Ok Bağlayıcısı 6">
            <a:extLst>
              <a:ext uri="{FF2B5EF4-FFF2-40B4-BE49-F238E27FC236}">
                <a16:creationId xmlns:a16="http://schemas.microsoft.com/office/drawing/2014/main" id="{D9440D5A-70BF-3483-C118-886AD9EFC05E}"/>
              </a:ext>
            </a:extLst>
          </p:cNvPr>
          <p:cNvCxnSpPr>
            <a:cxnSpLocks/>
            <a:stCxn id="4" idx="2"/>
            <a:endCxn id="13" idx="0"/>
          </p:cNvCxnSpPr>
          <p:nvPr/>
        </p:nvCxnSpPr>
        <p:spPr>
          <a:xfrm>
            <a:off x="6096000" y="1690688"/>
            <a:ext cx="4393712" cy="1060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6F86D03A-C3EA-C4B1-B00E-5124D5FFF473}"/>
              </a:ext>
            </a:extLst>
          </p:cNvPr>
          <p:cNvSpPr txBox="1"/>
          <p:nvPr/>
        </p:nvSpPr>
        <p:spPr>
          <a:xfrm>
            <a:off x="9743450" y="2751666"/>
            <a:ext cx="149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AMİL-İ KIYASİ</a:t>
            </a:r>
          </a:p>
        </p:txBody>
      </p:sp>
      <p:cxnSp>
        <p:nvCxnSpPr>
          <p:cNvPr id="18" name="Düz Bağlayıcı 17">
            <a:extLst>
              <a:ext uri="{FF2B5EF4-FFF2-40B4-BE49-F238E27FC236}">
                <a16:creationId xmlns:a16="http://schemas.microsoft.com/office/drawing/2014/main" id="{90531D68-8147-D837-8DB6-C31868192631}"/>
              </a:ext>
            </a:extLst>
          </p:cNvPr>
          <p:cNvCxnSpPr>
            <a:cxnSpLocks/>
          </p:cNvCxnSpPr>
          <p:nvPr/>
        </p:nvCxnSpPr>
        <p:spPr>
          <a:xfrm>
            <a:off x="9743450" y="3120998"/>
            <a:ext cx="15002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Metin kutusu 9">
            <a:extLst>
              <a:ext uri="{FF2B5EF4-FFF2-40B4-BE49-F238E27FC236}">
                <a16:creationId xmlns:a16="http://schemas.microsoft.com/office/drawing/2014/main" id="{008A38E2-FE3A-8F8B-11A9-B6F3A96EF53A}"/>
              </a:ext>
            </a:extLst>
          </p:cNvPr>
          <p:cNvSpPr txBox="1"/>
          <p:nvPr/>
        </p:nvSpPr>
        <p:spPr>
          <a:xfrm>
            <a:off x="948267" y="2751666"/>
            <a:ext cx="1500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AMİL-İ SEMAİ</a:t>
            </a:r>
          </a:p>
        </p:txBody>
      </p:sp>
      <p:cxnSp>
        <p:nvCxnSpPr>
          <p:cNvPr id="16" name="Düz Bağlayıcı 15">
            <a:extLst>
              <a:ext uri="{FF2B5EF4-FFF2-40B4-BE49-F238E27FC236}">
                <a16:creationId xmlns:a16="http://schemas.microsoft.com/office/drawing/2014/main" id="{E4C1E75D-F209-62FE-A4DB-1C2910FCAC16}"/>
              </a:ext>
            </a:extLst>
          </p:cNvPr>
          <p:cNvCxnSpPr>
            <a:cxnSpLocks/>
          </p:cNvCxnSpPr>
          <p:nvPr/>
        </p:nvCxnSpPr>
        <p:spPr>
          <a:xfrm>
            <a:off x="948267" y="3112531"/>
            <a:ext cx="15002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5C229175-2B92-A2B6-2CD1-610852973B0F}"/>
              </a:ext>
            </a:extLst>
          </p:cNvPr>
          <p:cNvSpPr txBox="1"/>
          <p:nvPr/>
        </p:nvSpPr>
        <p:spPr>
          <a:xfrm>
            <a:off x="1007534" y="3240101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/>
              <a:t>HARF-İ CERLER(20)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149ADE37-2B73-80AC-001C-A70B37952EED}"/>
              </a:ext>
            </a:extLst>
          </p:cNvPr>
          <p:cNvSpPr txBox="1"/>
          <p:nvPr/>
        </p:nvSpPr>
        <p:spPr>
          <a:xfrm>
            <a:off x="1007534" y="3649135"/>
            <a:ext cx="2509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/>
              <a:t>İSMİ NASB, HABERİ REF(8)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46898670-7EFA-ED2D-251A-AB1D62DE7A09}"/>
              </a:ext>
            </a:extLst>
          </p:cNvPr>
          <p:cNvSpPr txBox="1"/>
          <p:nvPr/>
        </p:nvSpPr>
        <p:spPr>
          <a:xfrm>
            <a:off x="1007534" y="4058169"/>
            <a:ext cx="24904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/>
              <a:t>İSMİ REF, HABERİ NASB(2)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87925643-1D9B-A0B1-AFB0-3A582BC7F162}"/>
              </a:ext>
            </a:extLst>
          </p:cNvPr>
          <p:cNvSpPr txBox="1"/>
          <p:nvPr/>
        </p:nvSpPr>
        <p:spPr>
          <a:xfrm>
            <a:off x="1007534" y="4467203"/>
            <a:ext cx="21475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/>
              <a:t>FİİL-İ MUZARİ NASB(4)</a:t>
            </a: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2D1ACF31-7E40-3DDA-02F4-A488856F1741}"/>
              </a:ext>
            </a:extLst>
          </p:cNvPr>
          <p:cNvSpPr txBox="1"/>
          <p:nvPr/>
        </p:nvSpPr>
        <p:spPr>
          <a:xfrm>
            <a:off x="1007534" y="4876237"/>
            <a:ext cx="23192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/>
              <a:t>FİİL-İ  MUZARİ CEZM(15)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35FC2671-BC94-7BF6-6200-09D975F13449}"/>
              </a:ext>
            </a:extLst>
          </p:cNvPr>
          <p:cNvSpPr txBox="1"/>
          <p:nvPr/>
        </p:nvSpPr>
        <p:spPr>
          <a:xfrm>
            <a:off x="10414002" y="3257094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/>
              <a:t>(9)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E4DD5B58-C704-3654-296F-A1C10F5B0793}"/>
              </a:ext>
            </a:extLst>
          </p:cNvPr>
          <p:cNvSpPr txBox="1"/>
          <p:nvPr/>
        </p:nvSpPr>
        <p:spPr>
          <a:xfrm>
            <a:off x="838200" y="5536644"/>
            <a:ext cx="11186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>
                <a:solidFill>
                  <a:srgbClr val="C00000"/>
                </a:solidFill>
              </a:rPr>
              <a:t>Amil: </a:t>
            </a:r>
            <a:r>
              <a:rPr lang="tr-T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Lügatte; tesir eden, iş gören demektir. Istılahta; vasıta sebebiyle kelimenin sonunun </a:t>
            </a:r>
            <a:r>
              <a:rPr lang="tr-TR" sz="1400" u="sng" dirty="0" err="1">
                <a:solidFill>
                  <a:srgbClr val="FF0000"/>
                </a:solidFill>
              </a:rPr>
              <a:t>İrab</a:t>
            </a:r>
            <a:r>
              <a:rPr lang="tr-T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’ tan özel bir şekil üzere olmasını gerektiren şeydir.</a:t>
            </a:r>
            <a:endParaRPr lang="tr-T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067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31AC6B-9B8F-F79D-2B52-3A31D83E3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30553"/>
            <a:ext cx="11912600" cy="580525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r>
              <a:rPr lang="tr-TR" dirty="0">
                <a:solidFill>
                  <a:schemeClr val="bg1">
                    <a:lumMod val="95000"/>
                  </a:schemeClr>
                </a:solidFill>
                <a:latin typeface="Algerian" panose="04020705040A02060702" pitchFamily="82" charset="0"/>
              </a:rPr>
              <a:t>	AMİL-İ SEMAİ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9668639A-0B97-AD1E-43FA-28EF8958806C}"/>
              </a:ext>
            </a:extLst>
          </p:cNvPr>
          <p:cNvSpPr txBox="1"/>
          <p:nvPr/>
        </p:nvSpPr>
        <p:spPr>
          <a:xfrm>
            <a:off x="9137650" y="120760"/>
            <a:ext cx="2018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i="1" u="sng" dirty="0">
                <a:solidFill>
                  <a:schemeClr val="bg1">
                    <a:lumMod val="95000"/>
                  </a:schemeClr>
                </a:solidFill>
                <a:latin typeface="Alef" panose="00000500000000000000" pitchFamily="2" charset="-79"/>
                <a:cs typeface="Alef" panose="00000500000000000000" pitchFamily="2" charset="-79"/>
              </a:rPr>
              <a:t>HARF-İ CERLER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D158510D-C4F3-24F0-5171-960FD2A8E88A}"/>
              </a:ext>
            </a:extLst>
          </p:cNvPr>
          <p:cNvSpPr txBox="1"/>
          <p:nvPr/>
        </p:nvSpPr>
        <p:spPr>
          <a:xfrm>
            <a:off x="1413971" y="6488893"/>
            <a:ext cx="91100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>
                <a:solidFill>
                  <a:srgbClr val="C00000"/>
                </a:solidFill>
              </a:rPr>
              <a:t>Harf-i Cer: </a:t>
            </a:r>
            <a:r>
              <a:rPr lang="tr-TR" sz="1600" dirty="0"/>
              <a:t>Kelimelerin başına gelerek onları birbirine bağlayan ve son harfini </a:t>
            </a:r>
            <a:r>
              <a:rPr lang="tr-TR" sz="1600" b="1" u="sng" dirty="0" err="1">
                <a:solidFill>
                  <a:srgbClr val="C00000"/>
                </a:solidFill>
              </a:rPr>
              <a:t>mecrur</a:t>
            </a:r>
            <a:r>
              <a:rPr lang="tr-TR" sz="1600" dirty="0"/>
              <a:t> yapan edatlardır.</a:t>
            </a:r>
          </a:p>
        </p:txBody>
      </p:sp>
      <p:graphicFrame>
        <p:nvGraphicFramePr>
          <p:cNvPr id="8" name="Tablo 7">
            <a:extLst>
              <a:ext uri="{FF2B5EF4-FFF2-40B4-BE49-F238E27FC236}">
                <a16:creationId xmlns:a16="http://schemas.microsoft.com/office/drawing/2014/main" id="{73B81C24-4295-452A-3186-02A4ECFDE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660086"/>
              </p:ext>
            </p:extLst>
          </p:nvPr>
        </p:nvGraphicFramePr>
        <p:xfrm>
          <a:off x="139700" y="658540"/>
          <a:ext cx="5829300" cy="581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913">
                  <a:extLst>
                    <a:ext uri="{9D8B030D-6E8A-4147-A177-3AD203B41FA5}">
                      <a16:colId xmlns:a16="http://schemas.microsoft.com/office/drawing/2014/main" val="3242288309"/>
                    </a:ext>
                  </a:extLst>
                </a:gridCol>
                <a:gridCol w="1544987">
                  <a:extLst>
                    <a:ext uri="{9D8B030D-6E8A-4147-A177-3AD203B41FA5}">
                      <a16:colId xmlns:a16="http://schemas.microsoft.com/office/drawing/2014/main" val="2112445330"/>
                    </a:ext>
                  </a:extLst>
                </a:gridCol>
                <a:gridCol w="3394400">
                  <a:extLst>
                    <a:ext uri="{9D8B030D-6E8A-4147-A177-3AD203B41FA5}">
                      <a16:colId xmlns:a16="http://schemas.microsoft.com/office/drawing/2014/main" val="3172971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tr-TR" dirty="0"/>
                        <a:t>Harf-i 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Misal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731430"/>
                  </a:ext>
                </a:extLst>
              </a:tr>
              <a:tr h="418088"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>
                          <a:solidFill>
                            <a:srgbClr val="C00000"/>
                          </a:solidFill>
                          <a:latin typeface="Algerian" panose="04020705040A02060702" pitchFamily="82" charset="0"/>
                        </a:rPr>
                        <a:t>ب</a:t>
                      </a:r>
                      <a:endParaRPr lang="tr-TR" sz="11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100" dirty="0"/>
                        <a:t>İle, …e/…a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200" b="1" dirty="0"/>
                        <a:t>آمَنْتُ </a:t>
                      </a:r>
                      <a:r>
                        <a:rPr lang="ar-AE" sz="1400" b="1" dirty="0">
                          <a:solidFill>
                            <a:srgbClr val="C00000"/>
                          </a:solidFill>
                        </a:rPr>
                        <a:t>بِ</a:t>
                      </a:r>
                      <a:r>
                        <a:rPr lang="ar-AE" sz="1400" b="1" dirty="0">
                          <a:solidFill>
                            <a:schemeClr val="tx1"/>
                          </a:solidFill>
                        </a:rPr>
                        <a:t>اللهِ </a:t>
                      </a:r>
                    </a:p>
                    <a:p>
                      <a:pPr algn="ctr"/>
                      <a:r>
                        <a:rPr lang="tr-TR" sz="1100" dirty="0">
                          <a:solidFill>
                            <a:schemeClr val="tx1"/>
                          </a:solidFill>
                        </a:rPr>
                        <a:t>Allah’</a:t>
                      </a:r>
                      <a:r>
                        <a:rPr lang="tr-TR" sz="1100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ar-AE" sz="11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tr-TR" sz="11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tr-TR" sz="1100" dirty="0">
                          <a:solidFill>
                            <a:schemeClr val="tx1"/>
                          </a:solidFill>
                        </a:rPr>
                        <a:t>iman ettim.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413832"/>
                  </a:ext>
                </a:extLst>
              </a:tr>
              <a:tr h="398179"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>
                          <a:solidFill>
                            <a:srgbClr val="C00000"/>
                          </a:solidFill>
                          <a:latin typeface="Algerian" panose="04020705040A02060702" pitchFamily="82" charset="0"/>
                        </a:rPr>
                        <a:t>مِنْ</a:t>
                      </a:r>
                      <a:endParaRPr lang="tr-TR" sz="14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100" dirty="0"/>
                        <a:t>…den/…dan (bağlantı/başlangıç)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200" b="1" dirty="0"/>
                        <a:t>تُبْتُ </a:t>
                      </a:r>
                      <a:r>
                        <a:rPr lang="ar-AE" sz="1200" b="1" dirty="0">
                          <a:solidFill>
                            <a:srgbClr val="C00000"/>
                          </a:solidFill>
                        </a:rPr>
                        <a:t>مِنْ </a:t>
                      </a:r>
                      <a:r>
                        <a:rPr lang="ar-AE" sz="1200" b="1" dirty="0">
                          <a:solidFill>
                            <a:schemeClr val="tx1"/>
                          </a:solidFill>
                        </a:rPr>
                        <a:t>كُلِّ ذَنْبٍ</a:t>
                      </a:r>
                    </a:p>
                    <a:p>
                      <a:pPr algn="ctr"/>
                      <a:r>
                        <a:rPr lang="tr-TR" sz="1100" b="0" dirty="0">
                          <a:solidFill>
                            <a:schemeClr val="tx1"/>
                          </a:solidFill>
                        </a:rPr>
                        <a:t>Her günahtan tövbe ettim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756919"/>
                  </a:ext>
                </a:extLst>
              </a:tr>
              <a:tr h="418088"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>
                          <a:solidFill>
                            <a:srgbClr val="C00000"/>
                          </a:solidFill>
                          <a:latin typeface="Algerian" panose="04020705040A02060702" pitchFamily="82" charset="0"/>
                        </a:rPr>
                        <a:t>إِلَي</a:t>
                      </a:r>
                      <a:endParaRPr lang="tr-TR" sz="14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100" dirty="0"/>
                        <a:t>…e/…a; sona eriş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تُلبْتُ </a:t>
                      </a:r>
                      <a:r>
                        <a:rPr lang="ar-AE" sz="1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إِلَي</a:t>
                      </a:r>
                      <a:r>
                        <a:rPr lang="ar-AE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اللهِ</a:t>
                      </a:r>
                    </a:p>
                    <a:p>
                      <a:pPr algn="ctr"/>
                      <a:r>
                        <a:rPr lang="tr-TR" sz="11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Allah’u</a:t>
                      </a:r>
                      <a:r>
                        <a:rPr lang="tr-T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Teala’ya tövbe ettim.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272618"/>
                  </a:ext>
                </a:extLst>
              </a:tr>
              <a:tr h="418088"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>
                          <a:solidFill>
                            <a:srgbClr val="C00000"/>
                          </a:solidFill>
                          <a:latin typeface="Algerian" panose="04020705040A02060702" pitchFamily="82" charset="0"/>
                        </a:rPr>
                        <a:t>عَنْ</a:t>
                      </a:r>
                      <a:endParaRPr lang="tr-TR" sz="14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100" dirty="0"/>
                        <a:t>…den/…dan uzaklaşma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/>
                        <a:t>كُفِفْتُ </a:t>
                      </a:r>
                      <a:r>
                        <a:rPr lang="ar-AE" sz="1400" b="1" dirty="0">
                          <a:solidFill>
                            <a:srgbClr val="C00000"/>
                          </a:solidFill>
                        </a:rPr>
                        <a:t>عَنْ</a:t>
                      </a:r>
                      <a:r>
                        <a:rPr lang="ar-AE" sz="1400" b="1" dirty="0"/>
                        <a:t> الْحَرَامِ</a:t>
                      </a:r>
                    </a:p>
                    <a:p>
                      <a:pPr algn="ctr"/>
                      <a:r>
                        <a:rPr lang="tr-TR" sz="1100" b="0" dirty="0">
                          <a:solidFill>
                            <a:schemeClr val="tx1"/>
                          </a:solidFill>
                        </a:rPr>
                        <a:t>Haramdan menolundum.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876613"/>
                  </a:ext>
                </a:extLst>
              </a:tr>
              <a:tr h="577360"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>
                          <a:solidFill>
                            <a:srgbClr val="C00000"/>
                          </a:solidFill>
                          <a:latin typeface="Algerian" panose="04020705040A02060702" pitchFamily="82" charset="0"/>
                        </a:rPr>
                        <a:t>عَلَي</a:t>
                      </a:r>
                      <a:endParaRPr lang="tr-TR" sz="14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100" dirty="0"/>
                        <a:t>Üzerine/ Üzerinde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400" dirty="0"/>
                        <a:t>تَخِبُ التَّوْبَةُ </a:t>
                      </a:r>
                      <a:r>
                        <a:rPr lang="ar-AE" sz="1400" dirty="0">
                          <a:solidFill>
                            <a:srgbClr val="C00000"/>
                          </a:solidFill>
                        </a:rPr>
                        <a:t>عَلَي</a:t>
                      </a:r>
                      <a:r>
                        <a:rPr lang="ar-AE" sz="1400" dirty="0"/>
                        <a:t> كُلِّ مُذْنِبٍ</a:t>
                      </a:r>
                    </a:p>
                    <a:p>
                      <a:pPr algn="ctr"/>
                      <a:r>
                        <a:rPr lang="tr-TR" sz="1100" dirty="0"/>
                        <a:t>Her günah işleyene tövbe etmek vacip olur.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483269"/>
                  </a:ext>
                </a:extLst>
              </a:tr>
              <a:tr h="577360"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>
                          <a:solidFill>
                            <a:srgbClr val="C00000"/>
                          </a:solidFill>
                          <a:latin typeface="Algerian" panose="04020705040A02060702" pitchFamily="82" charset="0"/>
                        </a:rPr>
                        <a:t>اَلَّامُ</a:t>
                      </a:r>
                      <a:endParaRPr lang="tr-TR" sz="14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100" dirty="0"/>
                        <a:t>…için/…e 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400" dirty="0"/>
                        <a:t>اَنَا عُبَيْدٌ </a:t>
                      </a:r>
                      <a:r>
                        <a:rPr lang="ar-AE" sz="1400" dirty="0">
                          <a:solidFill>
                            <a:srgbClr val="C00000"/>
                          </a:solidFill>
                        </a:rPr>
                        <a:t>لِلَّهِ</a:t>
                      </a:r>
                      <a:r>
                        <a:rPr lang="ar-AE" sz="1400" dirty="0"/>
                        <a:t> تَعَالَى</a:t>
                      </a:r>
                    </a:p>
                    <a:p>
                      <a:pPr algn="ctr"/>
                      <a:r>
                        <a:rPr lang="tr-TR" sz="1100" dirty="0"/>
                        <a:t>Ben </a:t>
                      </a:r>
                      <a:r>
                        <a:rPr lang="tr-TR" sz="1100" dirty="0" err="1"/>
                        <a:t>Allah’u</a:t>
                      </a:r>
                      <a:r>
                        <a:rPr lang="tr-TR" sz="1100" dirty="0"/>
                        <a:t> Teala’nın bir </a:t>
                      </a:r>
                      <a:r>
                        <a:rPr lang="tr-TR" sz="1100" dirty="0" err="1"/>
                        <a:t>kulcağızıyım</a:t>
                      </a:r>
                      <a:endParaRPr lang="tr-T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50525"/>
                  </a:ext>
                </a:extLst>
              </a:tr>
              <a:tr h="418088"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>
                          <a:solidFill>
                            <a:srgbClr val="C00000"/>
                          </a:solidFill>
                          <a:latin typeface="Algerian" panose="04020705040A02060702" pitchFamily="82" charset="0"/>
                        </a:rPr>
                        <a:t>فِي</a:t>
                      </a:r>
                      <a:endParaRPr lang="tr-TR" sz="14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100" dirty="0"/>
                        <a:t>…de/…da içinde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/>
                        <a:t>اَلْمُطِيعُ </a:t>
                      </a:r>
                      <a:r>
                        <a:rPr lang="ar-AE" sz="1400" b="1" dirty="0">
                          <a:solidFill>
                            <a:srgbClr val="C00000"/>
                          </a:solidFill>
                        </a:rPr>
                        <a:t>فِي</a:t>
                      </a:r>
                      <a:r>
                        <a:rPr lang="ar-AE" sz="1400" b="1" dirty="0"/>
                        <a:t> الْخَنَّةِ</a:t>
                      </a:r>
                    </a:p>
                    <a:p>
                      <a:pPr algn="ctr"/>
                      <a:r>
                        <a:rPr lang="tr-TR" sz="1100" dirty="0"/>
                        <a:t>İtaat eden cennettedir.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397602"/>
                  </a:ext>
                </a:extLst>
              </a:tr>
              <a:tr h="418088"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>
                          <a:solidFill>
                            <a:srgbClr val="C00000"/>
                          </a:solidFill>
                          <a:latin typeface="Algerian" panose="04020705040A02060702" pitchFamily="82" charset="0"/>
                        </a:rPr>
                        <a:t>اَلْكَافُ</a:t>
                      </a:r>
                      <a:endParaRPr lang="tr-TR" sz="14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100" dirty="0"/>
                        <a:t>…gibi; teşbih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/>
                        <a:t>لَيْسَ </a:t>
                      </a:r>
                      <a:r>
                        <a:rPr lang="ar-AE" sz="1400" b="1" dirty="0">
                          <a:solidFill>
                            <a:srgbClr val="C00000"/>
                          </a:solidFill>
                        </a:rPr>
                        <a:t>كَ</a:t>
                      </a:r>
                      <a:r>
                        <a:rPr lang="ar-AE" sz="1400" b="1" dirty="0"/>
                        <a:t>مِثْلِهِ شَيْءٌ</a:t>
                      </a:r>
                    </a:p>
                    <a:p>
                      <a:pPr algn="ctr"/>
                      <a:r>
                        <a:rPr lang="tr-TR" sz="1100" dirty="0"/>
                        <a:t>Onun benzeri bir şey yoktur.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68120"/>
                  </a:ext>
                </a:extLst>
              </a:tr>
              <a:tr h="577360"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>
                          <a:solidFill>
                            <a:srgbClr val="C00000"/>
                          </a:solidFill>
                          <a:latin typeface="Algerian" panose="04020705040A02060702" pitchFamily="82" charset="0"/>
                        </a:rPr>
                        <a:t>حَتَّي</a:t>
                      </a:r>
                      <a:endParaRPr lang="tr-TR" sz="14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100" dirty="0"/>
                        <a:t>…e/…a kadar; zaman/mekan bitiş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/>
                        <a:t>اَعْبُدُ اللّهَ تَعَالَى </a:t>
                      </a:r>
                      <a:r>
                        <a:rPr lang="ar-AE" sz="1400" b="1" dirty="0">
                          <a:solidFill>
                            <a:srgbClr val="C00000"/>
                          </a:solidFill>
                        </a:rPr>
                        <a:t>حَتَّي</a:t>
                      </a:r>
                      <a:r>
                        <a:rPr lang="ar-AE" sz="1400" b="1" dirty="0"/>
                        <a:t> الْمَوْتِ</a:t>
                      </a:r>
                    </a:p>
                    <a:p>
                      <a:pPr algn="ctr"/>
                      <a:r>
                        <a:rPr lang="tr-TR" sz="1100" dirty="0"/>
                        <a:t>Ölünceye kadar </a:t>
                      </a:r>
                      <a:r>
                        <a:rPr lang="tr-TR" sz="1100" dirty="0" err="1"/>
                        <a:t>Allah’u</a:t>
                      </a:r>
                      <a:r>
                        <a:rPr lang="tr-TR" sz="1100" dirty="0"/>
                        <a:t> Teala’ya ibadet edeceğim.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782361"/>
                  </a:ext>
                </a:extLst>
              </a:tr>
              <a:tr h="577360"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>
                          <a:solidFill>
                            <a:srgbClr val="C00000"/>
                          </a:solidFill>
                          <a:latin typeface="Algerian" panose="04020705040A02060702" pitchFamily="82" charset="0"/>
                        </a:rPr>
                        <a:t>رُبَّ</a:t>
                      </a:r>
                      <a:endParaRPr lang="tr-TR" sz="14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100" dirty="0"/>
                        <a:t>Nice/Bazen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>
                          <a:solidFill>
                            <a:srgbClr val="C00000"/>
                          </a:solidFill>
                        </a:rPr>
                        <a:t>رُبَّ</a:t>
                      </a:r>
                      <a:r>
                        <a:rPr lang="ar-AE" sz="1400" b="1" dirty="0"/>
                        <a:t> تَالٍ يَلْعَنُهُ اَلْقُرآنُ</a:t>
                      </a:r>
                    </a:p>
                    <a:p>
                      <a:pPr algn="ctr"/>
                      <a:r>
                        <a:rPr lang="tr-TR" sz="1100" dirty="0"/>
                        <a:t>Kur’an’ın kendisine lanet ettiği nice okuyucularla(karşılaştım).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344171"/>
                  </a:ext>
                </a:extLst>
              </a:tr>
            </a:tbl>
          </a:graphicData>
        </a:graphic>
      </p:graphicFrame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A9FEB907-20A7-2D65-95C7-F8C5370DE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751896"/>
              </p:ext>
            </p:extLst>
          </p:nvPr>
        </p:nvGraphicFramePr>
        <p:xfrm>
          <a:off x="6223000" y="657062"/>
          <a:ext cx="5829300" cy="581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913">
                  <a:extLst>
                    <a:ext uri="{9D8B030D-6E8A-4147-A177-3AD203B41FA5}">
                      <a16:colId xmlns:a16="http://schemas.microsoft.com/office/drawing/2014/main" val="3242288309"/>
                    </a:ext>
                  </a:extLst>
                </a:gridCol>
                <a:gridCol w="1544987">
                  <a:extLst>
                    <a:ext uri="{9D8B030D-6E8A-4147-A177-3AD203B41FA5}">
                      <a16:colId xmlns:a16="http://schemas.microsoft.com/office/drawing/2014/main" val="2112445330"/>
                    </a:ext>
                  </a:extLst>
                </a:gridCol>
                <a:gridCol w="3394400">
                  <a:extLst>
                    <a:ext uri="{9D8B030D-6E8A-4147-A177-3AD203B41FA5}">
                      <a16:colId xmlns:a16="http://schemas.microsoft.com/office/drawing/2014/main" val="317297140"/>
                    </a:ext>
                  </a:extLst>
                </a:gridCol>
              </a:tblGrid>
              <a:tr h="557784">
                <a:tc>
                  <a:txBody>
                    <a:bodyPr/>
                    <a:lstStyle/>
                    <a:p>
                      <a:r>
                        <a:rPr lang="tr-TR" dirty="0"/>
                        <a:t>Harf-i 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Misal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731430"/>
                  </a:ext>
                </a:extLst>
              </a:tr>
              <a:tr h="418088">
                <a:tc>
                  <a:txBody>
                    <a:bodyPr/>
                    <a:lstStyle/>
                    <a:p>
                      <a:pPr algn="ctr"/>
                      <a:endParaRPr lang="tr-TR" sz="11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200" b="1" dirty="0"/>
                        <a:t>آمَنْتُ </a:t>
                      </a:r>
                      <a:r>
                        <a:rPr lang="ar-AE" sz="1400" b="1" dirty="0">
                          <a:solidFill>
                            <a:srgbClr val="C00000"/>
                          </a:solidFill>
                        </a:rPr>
                        <a:t>بِ</a:t>
                      </a:r>
                      <a:r>
                        <a:rPr lang="ar-AE" sz="1400" b="1" dirty="0">
                          <a:solidFill>
                            <a:schemeClr val="tx1"/>
                          </a:solidFill>
                        </a:rPr>
                        <a:t>اللهِ </a:t>
                      </a:r>
                    </a:p>
                    <a:p>
                      <a:pPr algn="ctr"/>
                      <a:r>
                        <a:rPr lang="tr-TR" sz="1100" dirty="0">
                          <a:solidFill>
                            <a:schemeClr val="tx1"/>
                          </a:solidFill>
                        </a:rPr>
                        <a:t>Allah’</a:t>
                      </a:r>
                      <a:r>
                        <a:rPr lang="tr-TR" sz="1100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ar-AE" sz="11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tr-TR" sz="11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tr-TR" sz="1100" dirty="0">
                          <a:solidFill>
                            <a:schemeClr val="tx1"/>
                          </a:solidFill>
                        </a:rPr>
                        <a:t>iman ettim.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413832"/>
                  </a:ext>
                </a:extLst>
              </a:tr>
              <a:tr h="398179">
                <a:tc>
                  <a:txBody>
                    <a:bodyPr/>
                    <a:lstStyle/>
                    <a:p>
                      <a:pPr algn="ctr"/>
                      <a:endParaRPr lang="tr-TR" sz="14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200" b="1" dirty="0"/>
                        <a:t>تُبْتُ </a:t>
                      </a:r>
                      <a:r>
                        <a:rPr lang="ar-AE" sz="1200" b="1" dirty="0">
                          <a:solidFill>
                            <a:srgbClr val="C00000"/>
                          </a:solidFill>
                        </a:rPr>
                        <a:t>مِنْ </a:t>
                      </a:r>
                      <a:r>
                        <a:rPr lang="ar-AE" sz="1200" b="1" dirty="0">
                          <a:solidFill>
                            <a:schemeClr val="tx1"/>
                          </a:solidFill>
                        </a:rPr>
                        <a:t>كُلِّ ذَنْبٍ</a:t>
                      </a:r>
                    </a:p>
                    <a:p>
                      <a:pPr algn="ctr"/>
                      <a:r>
                        <a:rPr lang="tr-TR" sz="1100" b="0" dirty="0">
                          <a:solidFill>
                            <a:schemeClr val="tx1"/>
                          </a:solidFill>
                        </a:rPr>
                        <a:t>Her günahtan tövbe ettim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756919"/>
                  </a:ext>
                </a:extLst>
              </a:tr>
              <a:tr h="418088">
                <a:tc>
                  <a:txBody>
                    <a:bodyPr/>
                    <a:lstStyle/>
                    <a:p>
                      <a:pPr algn="ctr"/>
                      <a:endParaRPr lang="tr-TR" sz="14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تُلبْتُ </a:t>
                      </a:r>
                      <a:r>
                        <a:rPr lang="ar-AE" sz="1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إِلَي</a:t>
                      </a:r>
                      <a:r>
                        <a:rPr lang="ar-AE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اللهِ</a:t>
                      </a:r>
                    </a:p>
                    <a:p>
                      <a:pPr algn="ctr"/>
                      <a:r>
                        <a:rPr lang="tr-TR" sz="11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Allah’u</a:t>
                      </a:r>
                      <a:r>
                        <a:rPr lang="tr-T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Teala’ya tövbe ettim.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272618"/>
                  </a:ext>
                </a:extLst>
              </a:tr>
              <a:tr h="418088">
                <a:tc>
                  <a:txBody>
                    <a:bodyPr/>
                    <a:lstStyle/>
                    <a:p>
                      <a:pPr algn="ctr"/>
                      <a:endParaRPr lang="tr-TR" sz="14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/>
                        <a:t>كُفِفْتُ </a:t>
                      </a:r>
                      <a:r>
                        <a:rPr lang="ar-AE" sz="1400" b="1" dirty="0">
                          <a:solidFill>
                            <a:srgbClr val="C00000"/>
                          </a:solidFill>
                        </a:rPr>
                        <a:t>عَنْ</a:t>
                      </a:r>
                      <a:r>
                        <a:rPr lang="ar-AE" sz="1400" b="1" dirty="0"/>
                        <a:t> الْحَرَامِ</a:t>
                      </a:r>
                    </a:p>
                    <a:p>
                      <a:pPr algn="ctr"/>
                      <a:r>
                        <a:rPr lang="tr-TR" sz="1100" b="0" dirty="0">
                          <a:solidFill>
                            <a:schemeClr val="tx1"/>
                          </a:solidFill>
                        </a:rPr>
                        <a:t>Haramdan menolundum.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876613"/>
                  </a:ext>
                </a:extLst>
              </a:tr>
              <a:tr h="577360">
                <a:tc>
                  <a:txBody>
                    <a:bodyPr/>
                    <a:lstStyle/>
                    <a:p>
                      <a:pPr algn="ctr"/>
                      <a:endParaRPr lang="tr-TR" sz="14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400" dirty="0"/>
                        <a:t>تَخِبُ التَّوْبَةُ </a:t>
                      </a:r>
                      <a:r>
                        <a:rPr lang="ar-AE" sz="1400" dirty="0">
                          <a:solidFill>
                            <a:srgbClr val="C00000"/>
                          </a:solidFill>
                        </a:rPr>
                        <a:t>عَلَي</a:t>
                      </a:r>
                      <a:r>
                        <a:rPr lang="ar-AE" sz="1400" dirty="0"/>
                        <a:t> كُلِّ مُذْنِبٍ</a:t>
                      </a:r>
                    </a:p>
                    <a:p>
                      <a:pPr algn="ctr"/>
                      <a:r>
                        <a:rPr lang="tr-TR" sz="1100" dirty="0"/>
                        <a:t>Her günah işleyene tövbe etmek vacip olur.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483269"/>
                  </a:ext>
                </a:extLst>
              </a:tr>
              <a:tr h="577360">
                <a:tc>
                  <a:txBody>
                    <a:bodyPr/>
                    <a:lstStyle/>
                    <a:p>
                      <a:pPr algn="ctr"/>
                      <a:endParaRPr lang="tr-TR" sz="14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400" dirty="0"/>
                        <a:t>اَنَا عُبَيْدٌ </a:t>
                      </a:r>
                      <a:r>
                        <a:rPr lang="ar-AE" sz="1400" dirty="0">
                          <a:solidFill>
                            <a:srgbClr val="C00000"/>
                          </a:solidFill>
                        </a:rPr>
                        <a:t>لِلَّهِ</a:t>
                      </a:r>
                      <a:r>
                        <a:rPr lang="ar-AE" sz="1400" dirty="0"/>
                        <a:t> تَعَالَى</a:t>
                      </a:r>
                    </a:p>
                    <a:p>
                      <a:pPr algn="ctr"/>
                      <a:r>
                        <a:rPr lang="tr-TR" sz="1100" dirty="0"/>
                        <a:t>Ben </a:t>
                      </a:r>
                      <a:r>
                        <a:rPr lang="tr-TR" sz="1100" dirty="0" err="1"/>
                        <a:t>Allah’u</a:t>
                      </a:r>
                      <a:r>
                        <a:rPr lang="tr-TR" sz="1100" dirty="0"/>
                        <a:t> Teala’nın bir </a:t>
                      </a:r>
                      <a:r>
                        <a:rPr lang="tr-TR" sz="1100" dirty="0" err="1"/>
                        <a:t>kulcağızıyım</a:t>
                      </a:r>
                      <a:endParaRPr lang="tr-T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50525"/>
                  </a:ext>
                </a:extLst>
              </a:tr>
              <a:tr h="418088">
                <a:tc>
                  <a:txBody>
                    <a:bodyPr/>
                    <a:lstStyle/>
                    <a:p>
                      <a:pPr algn="ctr"/>
                      <a:endParaRPr lang="tr-TR" sz="14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/>
                        <a:t>اَلْمُطِيعُ </a:t>
                      </a:r>
                      <a:r>
                        <a:rPr lang="ar-AE" sz="1400" b="1" dirty="0">
                          <a:solidFill>
                            <a:srgbClr val="C00000"/>
                          </a:solidFill>
                        </a:rPr>
                        <a:t>فِي</a:t>
                      </a:r>
                      <a:r>
                        <a:rPr lang="ar-AE" sz="1400" b="1" dirty="0"/>
                        <a:t> الْخَنَّةِ</a:t>
                      </a:r>
                    </a:p>
                    <a:p>
                      <a:pPr algn="ctr"/>
                      <a:r>
                        <a:rPr lang="tr-TR" sz="1100" dirty="0"/>
                        <a:t>İtaat eden cennettedir.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397602"/>
                  </a:ext>
                </a:extLst>
              </a:tr>
              <a:tr h="418088">
                <a:tc>
                  <a:txBody>
                    <a:bodyPr/>
                    <a:lstStyle/>
                    <a:p>
                      <a:pPr algn="ctr"/>
                      <a:endParaRPr lang="tr-TR" sz="14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/>
                        <a:t>لَيْسَ </a:t>
                      </a:r>
                      <a:r>
                        <a:rPr lang="ar-AE" sz="1400" b="1" dirty="0">
                          <a:solidFill>
                            <a:srgbClr val="C00000"/>
                          </a:solidFill>
                        </a:rPr>
                        <a:t>كَ</a:t>
                      </a:r>
                      <a:r>
                        <a:rPr lang="ar-AE" sz="1400" b="1" dirty="0"/>
                        <a:t>مِثْلِهِ شَيْءٌ</a:t>
                      </a:r>
                    </a:p>
                    <a:p>
                      <a:pPr algn="ctr"/>
                      <a:r>
                        <a:rPr lang="tr-TR" sz="1100" dirty="0"/>
                        <a:t>Onun benzeri bir şey yoktur.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68120"/>
                  </a:ext>
                </a:extLst>
              </a:tr>
              <a:tr h="577360">
                <a:tc>
                  <a:txBody>
                    <a:bodyPr/>
                    <a:lstStyle/>
                    <a:p>
                      <a:pPr algn="ctr"/>
                      <a:endParaRPr lang="tr-TR" sz="14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/>
                        <a:t>اَعْبُدُ اللّهَ تَعَالَى </a:t>
                      </a:r>
                      <a:r>
                        <a:rPr lang="ar-AE" sz="1400" b="1" dirty="0">
                          <a:solidFill>
                            <a:srgbClr val="C00000"/>
                          </a:solidFill>
                        </a:rPr>
                        <a:t>حَتَّي</a:t>
                      </a:r>
                      <a:r>
                        <a:rPr lang="ar-AE" sz="1400" b="1" dirty="0"/>
                        <a:t> الْمَوْتِ</a:t>
                      </a:r>
                    </a:p>
                    <a:p>
                      <a:pPr algn="ctr"/>
                      <a:r>
                        <a:rPr lang="tr-TR" sz="1100" dirty="0"/>
                        <a:t>Ölünceye kadar </a:t>
                      </a:r>
                      <a:r>
                        <a:rPr lang="tr-TR" sz="1100" dirty="0" err="1"/>
                        <a:t>Allah’u</a:t>
                      </a:r>
                      <a:r>
                        <a:rPr lang="tr-TR" sz="1100" dirty="0"/>
                        <a:t> Teala’ya ibadet edeceğim.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782361"/>
                  </a:ext>
                </a:extLst>
              </a:tr>
              <a:tr h="577360">
                <a:tc>
                  <a:txBody>
                    <a:bodyPr/>
                    <a:lstStyle/>
                    <a:p>
                      <a:pPr algn="ctr"/>
                      <a:endParaRPr lang="tr-TR" sz="1400" b="1" dirty="0">
                        <a:solidFill>
                          <a:srgbClr val="C00000"/>
                        </a:solidFill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sz="1400" b="1" dirty="0">
                          <a:solidFill>
                            <a:srgbClr val="C00000"/>
                          </a:solidFill>
                        </a:rPr>
                        <a:t>رُبَّ</a:t>
                      </a:r>
                      <a:r>
                        <a:rPr lang="ar-AE" sz="1400" b="1" dirty="0"/>
                        <a:t> تَالٍ يَلْعَنُهُ اَلْقُرآنُ</a:t>
                      </a:r>
                    </a:p>
                    <a:p>
                      <a:pPr algn="ctr"/>
                      <a:r>
                        <a:rPr lang="tr-TR" sz="1100" dirty="0"/>
                        <a:t>Kur’an’ın kendisine lanet ettiği nice okuyucularla(karşılaştım).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344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067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479</Words>
  <Application>Microsoft Office PowerPoint</Application>
  <PresentationFormat>Geniş ekran</PresentationFormat>
  <Paragraphs>107</Paragraphs>
  <Slides>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</vt:i4>
      </vt:variant>
    </vt:vector>
  </HeadingPairs>
  <TitlesOfParts>
    <vt:vector size="10" baseType="lpstr">
      <vt:lpstr>Alef</vt:lpstr>
      <vt:lpstr>Algerian</vt:lpstr>
      <vt:lpstr>Aptos</vt:lpstr>
      <vt:lpstr>Aptos Display</vt:lpstr>
      <vt:lpstr>Arial</vt:lpstr>
      <vt:lpstr>Bahnschrift SemiBold</vt:lpstr>
      <vt:lpstr>Office Teması</vt:lpstr>
      <vt:lpstr>PowerPoint Sunusu</vt:lpstr>
      <vt:lpstr>AMİL</vt:lpstr>
      <vt:lpstr> AMİL-İ SEMAİ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Ayhan Karaman</dc:creator>
  <cp:lastModifiedBy>Ayhan Karaman</cp:lastModifiedBy>
  <cp:revision>1</cp:revision>
  <dcterms:created xsi:type="dcterms:W3CDTF">2026-10-11T17:44:48Z</dcterms:created>
  <dcterms:modified xsi:type="dcterms:W3CDTF">2026-10-11T20:39:31Z</dcterms:modified>
</cp:coreProperties>
</file>