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38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yhan Karaman" userId="ec277a7f08761a62" providerId="LiveId" clId="{A7318BDB-BC3B-435E-9587-295F14AD73EF}"/>
    <pc:docChg chg="undo custSel addSld modSld">
      <pc:chgData name="Ayhan Karaman" userId="ec277a7f08761a62" providerId="LiveId" clId="{A7318BDB-BC3B-435E-9587-295F14AD73EF}" dt="2026-10-11T18:30:34.603" v="464" actId="20577"/>
      <pc:docMkLst>
        <pc:docMk/>
      </pc:docMkLst>
      <pc:sldChg chg="addSp delSp modSp new mod">
        <pc:chgData name="Ayhan Karaman" userId="ec277a7f08761a62" providerId="LiveId" clId="{A7318BDB-BC3B-435E-9587-295F14AD73EF}" dt="2026-10-11T18:30:34.603" v="464" actId="20577"/>
        <pc:sldMkLst>
          <pc:docMk/>
          <pc:sldMk cId="4077904148" sldId="256"/>
        </pc:sldMkLst>
        <pc:spChg chg="del">
          <ac:chgData name="Ayhan Karaman" userId="ec277a7f08761a62" providerId="LiveId" clId="{A7318BDB-BC3B-435E-9587-295F14AD73EF}" dt="2026-10-11T17:44:57.426" v="1" actId="478"/>
          <ac:spMkLst>
            <pc:docMk/>
            <pc:sldMk cId="4077904148" sldId="256"/>
            <ac:spMk id="2" creationId="{24F553AC-72CE-5FE5-6C47-FB2FE1E021C1}"/>
          </ac:spMkLst>
        </pc:spChg>
        <pc:spChg chg="del">
          <ac:chgData name="Ayhan Karaman" userId="ec277a7f08761a62" providerId="LiveId" clId="{A7318BDB-BC3B-435E-9587-295F14AD73EF}" dt="2026-10-11T17:45:03.084" v="2" actId="478"/>
          <ac:spMkLst>
            <pc:docMk/>
            <pc:sldMk cId="4077904148" sldId="256"/>
            <ac:spMk id="3" creationId="{AECAD991-06CA-9E06-E722-E4B33591F008}"/>
          </ac:spMkLst>
        </pc:spChg>
        <pc:spChg chg="add mod topLvl">
          <ac:chgData name="Ayhan Karaman" userId="ec277a7f08761a62" providerId="LiveId" clId="{A7318BDB-BC3B-435E-9587-295F14AD73EF}" dt="2026-10-11T17:59:09.194" v="103" actId="165"/>
          <ac:spMkLst>
            <pc:docMk/>
            <pc:sldMk cId="4077904148" sldId="256"/>
            <ac:spMk id="4" creationId="{B18EA957-B910-98E5-A42C-78207747FB8A}"/>
          </ac:spMkLst>
        </pc:spChg>
        <pc:spChg chg="add mod topLvl">
          <ac:chgData name="Ayhan Karaman" userId="ec277a7f08761a62" providerId="LiveId" clId="{A7318BDB-BC3B-435E-9587-295F14AD73EF}" dt="2026-10-11T17:59:09.194" v="103" actId="165"/>
          <ac:spMkLst>
            <pc:docMk/>
            <pc:sldMk cId="4077904148" sldId="256"/>
            <ac:spMk id="5" creationId="{8DB23B2B-55E9-9652-30BD-D1D86BBEDC2E}"/>
          </ac:spMkLst>
        </pc:spChg>
        <pc:spChg chg="add mod">
          <ac:chgData name="Ayhan Karaman" userId="ec277a7f08761a62" providerId="LiveId" clId="{A7318BDB-BC3B-435E-9587-295F14AD73EF}" dt="2026-10-11T17:58:31.545" v="101" actId="14100"/>
          <ac:spMkLst>
            <pc:docMk/>
            <pc:sldMk cId="4077904148" sldId="256"/>
            <ac:spMk id="7" creationId="{352A761E-607A-B0EE-DC23-25C903C873AF}"/>
          </ac:spMkLst>
        </pc:spChg>
        <pc:spChg chg="add mod">
          <ac:chgData name="Ayhan Karaman" userId="ec277a7f08761a62" providerId="LiveId" clId="{A7318BDB-BC3B-435E-9587-295F14AD73EF}" dt="2026-10-11T17:58:25.501" v="100" actId="14100"/>
          <ac:spMkLst>
            <pc:docMk/>
            <pc:sldMk cId="4077904148" sldId="256"/>
            <ac:spMk id="8" creationId="{4550505E-C276-452E-7551-1493668FA891}"/>
          </ac:spMkLst>
        </pc:spChg>
        <pc:spChg chg="add mod">
          <ac:chgData name="Ayhan Karaman" userId="ec277a7f08761a62" providerId="LiveId" clId="{A7318BDB-BC3B-435E-9587-295F14AD73EF}" dt="2026-10-11T17:58:42.457" v="102" actId="14100"/>
          <ac:spMkLst>
            <pc:docMk/>
            <pc:sldMk cId="4077904148" sldId="256"/>
            <ac:spMk id="9" creationId="{770CC54A-1557-23A8-BA83-7939ABB8851F}"/>
          </ac:spMkLst>
        </pc:spChg>
        <pc:spChg chg="add mod">
          <ac:chgData name="Ayhan Karaman" userId="ec277a7f08761a62" providerId="LiveId" clId="{A7318BDB-BC3B-435E-9587-295F14AD73EF}" dt="2026-10-11T17:58:01.066" v="93" actId="403"/>
          <ac:spMkLst>
            <pc:docMk/>
            <pc:sldMk cId="4077904148" sldId="256"/>
            <ac:spMk id="10" creationId="{0E57F1E5-6086-9035-E011-14CC75306A78}"/>
          </ac:spMkLst>
        </pc:spChg>
        <pc:spChg chg="add mod">
          <ac:chgData name="Ayhan Karaman" userId="ec277a7f08761a62" providerId="LiveId" clId="{A7318BDB-BC3B-435E-9587-295F14AD73EF}" dt="2026-10-11T17:58:05.489" v="95" actId="403"/>
          <ac:spMkLst>
            <pc:docMk/>
            <pc:sldMk cId="4077904148" sldId="256"/>
            <ac:spMk id="11" creationId="{09A3DDF9-242A-9AC0-41D5-BDC8AF49AF00}"/>
          </ac:spMkLst>
        </pc:spChg>
        <pc:spChg chg="add mod">
          <ac:chgData name="Ayhan Karaman" userId="ec277a7f08761a62" providerId="LiveId" clId="{A7318BDB-BC3B-435E-9587-295F14AD73EF}" dt="2026-10-11T17:58:08.803" v="97" actId="403"/>
          <ac:spMkLst>
            <pc:docMk/>
            <pc:sldMk cId="4077904148" sldId="256"/>
            <ac:spMk id="12" creationId="{27349648-4E11-35D5-B255-958EDEAECCE2}"/>
          </ac:spMkLst>
        </pc:spChg>
        <pc:spChg chg="add mod">
          <ac:chgData name="Ayhan Karaman" userId="ec277a7f08761a62" providerId="LiveId" clId="{A7318BDB-BC3B-435E-9587-295F14AD73EF}" dt="2026-10-11T18:01:00.892" v="128" actId="1076"/>
          <ac:spMkLst>
            <pc:docMk/>
            <pc:sldMk cId="4077904148" sldId="256"/>
            <ac:spMk id="13" creationId="{0D5F918C-A590-54BE-DC23-DAE3B51E41B7}"/>
          </ac:spMkLst>
        </pc:spChg>
        <pc:spChg chg="add mod">
          <ac:chgData name="Ayhan Karaman" userId="ec277a7f08761a62" providerId="LiveId" clId="{A7318BDB-BC3B-435E-9587-295F14AD73EF}" dt="2026-10-11T18:00:53.115" v="127" actId="1076"/>
          <ac:spMkLst>
            <pc:docMk/>
            <pc:sldMk cId="4077904148" sldId="256"/>
            <ac:spMk id="14" creationId="{AA185710-8E14-2BA7-5B98-64DA5CA3F3C1}"/>
          </ac:spMkLst>
        </pc:spChg>
        <pc:spChg chg="add mod">
          <ac:chgData name="Ayhan Karaman" userId="ec277a7f08761a62" providerId="LiveId" clId="{A7318BDB-BC3B-435E-9587-295F14AD73EF}" dt="2026-10-11T18:00:32.694" v="120" actId="20577"/>
          <ac:spMkLst>
            <pc:docMk/>
            <pc:sldMk cId="4077904148" sldId="256"/>
            <ac:spMk id="15" creationId="{1EB97B78-4638-D170-C1CD-1D1C8F463BF4}"/>
          </ac:spMkLst>
        </pc:spChg>
        <pc:spChg chg="add mod topLvl">
          <ac:chgData name="Ayhan Karaman" userId="ec277a7f08761a62" providerId="LiveId" clId="{A7318BDB-BC3B-435E-9587-295F14AD73EF}" dt="2026-10-11T18:18:59.648" v="277" actId="1076"/>
          <ac:spMkLst>
            <pc:docMk/>
            <pc:sldMk cId="4077904148" sldId="256"/>
            <ac:spMk id="22" creationId="{1F732419-7BEE-3A59-BFB4-D28508256611}"/>
          </ac:spMkLst>
        </pc:spChg>
        <pc:spChg chg="add del mod topLvl">
          <ac:chgData name="Ayhan Karaman" userId="ec277a7f08761a62" providerId="LiveId" clId="{A7318BDB-BC3B-435E-9587-295F14AD73EF}" dt="2026-10-11T18:13:27.670" v="254" actId="478"/>
          <ac:spMkLst>
            <pc:docMk/>
            <pc:sldMk cId="4077904148" sldId="256"/>
            <ac:spMk id="23" creationId="{E3450D66-0A20-846F-13E6-2941A8510BBF}"/>
          </ac:spMkLst>
        </pc:spChg>
        <pc:spChg chg="add del mod topLvl">
          <ac:chgData name="Ayhan Karaman" userId="ec277a7f08761a62" providerId="LiveId" clId="{A7318BDB-BC3B-435E-9587-295F14AD73EF}" dt="2026-10-11T18:13:43.263" v="260"/>
          <ac:spMkLst>
            <pc:docMk/>
            <pc:sldMk cId="4077904148" sldId="256"/>
            <ac:spMk id="26" creationId="{67EE8310-4CBF-6C7D-549F-350A3A900A61}"/>
          </ac:spMkLst>
        </pc:spChg>
        <pc:spChg chg="mod topLvl">
          <ac:chgData name="Ayhan Karaman" userId="ec277a7f08761a62" providerId="LiveId" clId="{A7318BDB-BC3B-435E-9587-295F14AD73EF}" dt="2026-10-11T18:18:38.455" v="275" actId="1076"/>
          <ac:spMkLst>
            <pc:docMk/>
            <pc:sldMk cId="4077904148" sldId="256"/>
            <ac:spMk id="29" creationId="{FB29CB00-25B0-7F4B-C3C5-A799D152645B}"/>
          </ac:spMkLst>
        </pc:spChg>
        <pc:spChg chg="del mod topLvl">
          <ac:chgData name="Ayhan Karaman" userId="ec277a7f08761a62" providerId="LiveId" clId="{A7318BDB-BC3B-435E-9587-295F14AD73EF}" dt="2026-10-11T18:14:09.583" v="267" actId="478"/>
          <ac:spMkLst>
            <pc:docMk/>
            <pc:sldMk cId="4077904148" sldId="256"/>
            <ac:spMk id="30" creationId="{0994FA4B-88B8-A991-8F87-8861F5148E1B}"/>
          </ac:spMkLst>
        </pc:spChg>
        <pc:spChg chg="del mod topLvl">
          <ac:chgData name="Ayhan Karaman" userId="ec277a7f08761a62" providerId="LiveId" clId="{A7318BDB-BC3B-435E-9587-295F14AD73EF}" dt="2026-10-11T18:14:17.169" v="271"/>
          <ac:spMkLst>
            <pc:docMk/>
            <pc:sldMk cId="4077904148" sldId="256"/>
            <ac:spMk id="32" creationId="{D1A4831C-8F33-A2EE-F072-3D1B39A282DF}"/>
          </ac:spMkLst>
        </pc:spChg>
        <pc:spChg chg="mod topLvl">
          <ac:chgData name="Ayhan Karaman" userId="ec277a7f08761a62" providerId="LiveId" clId="{A7318BDB-BC3B-435E-9587-295F14AD73EF}" dt="2026-10-11T18:19:10.178" v="278" actId="1076"/>
          <ac:spMkLst>
            <pc:docMk/>
            <pc:sldMk cId="4077904148" sldId="256"/>
            <ac:spMk id="34" creationId="{142A3B73-AEDE-F62B-CF05-E952BC475629}"/>
          </ac:spMkLst>
        </pc:spChg>
        <pc:spChg chg="del mod topLvl">
          <ac:chgData name="Ayhan Karaman" userId="ec277a7f08761a62" providerId="LiveId" clId="{A7318BDB-BC3B-435E-9587-295F14AD73EF}" dt="2026-10-11T18:12:33.113" v="241" actId="478"/>
          <ac:spMkLst>
            <pc:docMk/>
            <pc:sldMk cId="4077904148" sldId="256"/>
            <ac:spMk id="35" creationId="{2C912A02-2C08-0206-FE47-203AD26187D8}"/>
          </ac:spMkLst>
        </pc:spChg>
        <pc:spChg chg="del mod topLvl">
          <ac:chgData name="Ayhan Karaman" userId="ec277a7f08761a62" providerId="LiveId" clId="{A7318BDB-BC3B-435E-9587-295F14AD73EF}" dt="2026-10-11T18:12:44.505" v="243" actId="478"/>
          <ac:spMkLst>
            <pc:docMk/>
            <pc:sldMk cId="4077904148" sldId="256"/>
            <ac:spMk id="37" creationId="{ADEAAE67-26D8-F86B-21E1-A850658DAD5A}"/>
          </ac:spMkLst>
        </pc:spChg>
        <pc:spChg chg="add mod">
          <ac:chgData name="Ayhan Karaman" userId="ec277a7f08761a62" providerId="LiveId" clId="{A7318BDB-BC3B-435E-9587-295F14AD73EF}" dt="2026-10-11T18:24:29.095" v="356" actId="1076"/>
          <ac:spMkLst>
            <pc:docMk/>
            <pc:sldMk cId="4077904148" sldId="256"/>
            <ac:spMk id="49" creationId="{02D12DE1-EF81-6F17-C602-03C239CEFE92}"/>
          </ac:spMkLst>
        </pc:spChg>
        <pc:spChg chg="add mod">
          <ac:chgData name="Ayhan Karaman" userId="ec277a7f08761a62" providerId="LiveId" clId="{A7318BDB-BC3B-435E-9587-295F14AD73EF}" dt="2026-10-11T18:26:04.564" v="366" actId="1076"/>
          <ac:spMkLst>
            <pc:docMk/>
            <pc:sldMk cId="4077904148" sldId="256"/>
            <ac:spMk id="50" creationId="{92CE1E63-B397-4A00-57DC-BE838B1AD5FF}"/>
          </ac:spMkLst>
        </pc:spChg>
        <pc:spChg chg="add mod">
          <ac:chgData name="Ayhan Karaman" userId="ec277a7f08761a62" providerId="LiveId" clId="{A7318BDB-BC3B-435E-9587-295F14AD73EF}" dt="2026-10-11T18:23:13.841" v="345" actId="164"/>
          <ac:spMkLst>
            <pc:docMk/>
            <pc:sldMk cId="4077904148" sldId="256"/>
            <ac:spMk id="70" creationId="{DE98D314-22AE-569B-B6DD-CF4F3B23ADB3}"/>
          </ac:spMkLst>
        </pc:spChg>
        <pc:spChg chg="add mod">
          <ac:chgData name="Ayhan Karaman" userId="ec277a7f08761a62" providerId="LiveId" clId="{A7318BDB-BC3B-435E-9587-295F14AD73EF}" dt="2026-10-11T18:23:13.841" v="345" actId="164"/>
          <ac:spMkLst>
            <pc:docMk/>
            <pc:sldMk cId="4077904148" sldId="256"/>
            <ac:spMk id="71" creationId="{DE030D7B-6835-2355-6F1F-D4B3FC2BF737}"/>
          </ac:spMkLst>
        </pc:spChg>
        <pc:spChg chg="add mod">
          <ac:chgData name="Ayhan Karaman" userId="ec277a7f08761a62" providerId="LiveId" clId="{A7318BDB-BC3B-435E-9587-295F14AD73EF}" dt="2026-10-11T18:23:13.841" v="345" actId="164"/>
          <ac:spMkLst>
            <pc:docMk/>
            <pc:sldMk cId="4077904148" sldId="256"/>
            <ac:spMk id="72" creationId="{FB4BE46A-1CCE-5075-9E10-AB0CF95D6DDA}"/>
          </ac:spMkLst>
        </pc:spChg>
        <pc:spChg chg="add mod">
          <ac:chgData name="Ayhan Karaman" userId="ec277a7f08761a62" providerId="LiveId" clId="{A7318BDB-BC3B-435E-9587-295F14AD73EF}" dt="2026-10-11T18:23:13.841" v="345" actId="164"/>
          <ac:spMkLst>
            <pc:docMk/>
            <pc:sldMk cId="4077904148" sldId="256"/>
            <ac:spMk id="73" creationId="{EFC03C41-6D66-E8B2-E119-2E63FB651E61}"/>
          </ac:spMkLst>
        </pc:spChg>
        <pc:spChg chg="add mod">
          <ac:chgData name="Ayhan Karaman" userId="ec277a7f08761a62" providerId="LiveId" clId="{A7318BDB-BC3B-435E-9587-295F14AD73EF}" dt="2026-10-11T18:27:11.285" v="402" actId="20577"/>
          <ac:spMkLst>
            <pc:docMk/>
            <pc:sldMk cId="4077904148" sldId="256"/>
            <ac:spMk id="89" creationId="{1CF7C57A-2A0A-A8F1-F1D3-5F77CA1E606C}"/>
          </ac:spMkLst>
        </pc:spChg>
        <pc:spChg chg="add mod">
          <ac:chgData name="Ayhan Karaman" userId="ec277a7f08761a62" providerId="LiveId" clId="{A7318BDB-BC3B-435E-9587-295F14AD73EF}" dt="2026-10-11T18:27:48.235" v="414" actId="20577"/>
          <ac:spMkLst>
            <pc:docMk/>
            <pc:sldMk cId="4077904148" sldId="256"/>
            <ac:spMk id="94" creationId="{EC72CD1F-45F4-C6FF-7909-FEF5FA3D1236}"/>
          </ac:spMkLst>
        </pc:spChg>
        <pc:spChg chg="add mod">
          <ac:chgData name="Ayhan Karaman" userId="ec277a7f08761a62" providerId="LiveId" clId="{A7318BDB-BC3B-435E-9587-295F14AD73EF}" dt="2026-10-11T18:30:00.208" v="456" actId="20577"/>
          <ac:spMkLst>
            <pc:docMk/>
            <pc:sldMk cId="4077904148" sldId="256"/>
            <ac:spMk id="106" creationId="{9FEADA09-A5AD-35F1-1A83-FFB66987E695}"/>
          </ac:spMkLst>
        </pc:spChg>
        <pc:spChg chg="add mod">
          <ac:chgData name="Ayhan Karaman" userId="ec277a7f08761a62" providerId="LiveId" clId="{A7318BDB-BC3B-435E-9587-295F14AD73EF}" dt="2026-10-11T18:30:34.603" v="464" actId="20577"/>
          <ac:spMkLst>
            <pc:docMk/>
            <pc:sldMk cId="4077904148" sldId="256"/>
            <ac:spMk id="107" creationId="{686F2AAA-5BCC-7FCC-D345-A104FF1CE95C}"/>
          </ac:spMkLst>
        </pc:spChg>
        <pc:grpChg chg="add del mod">
          <ac:chgData name="Ayhan Karaman" userId="ec277a7f08761a62" providerId="LiveId" clId="{A7318BDB-BC3B-435E-9587-295F14AD73EF}" dt="2026-10-11T17:59:09.194" v="103" actId="165"/>
          <ac:grpSpMkLst>
            <pc:docMk/>
            <pc:sldMk cId="4077904148" sldId="256"/>
            <ac:grpSpMk id="6" creationId="{B2112991-B67E-8873-664A-2B96EC4BFDB6}"/>
          </ac:grpSpMkLst>
        </pc:grpChg>
        <pc:grpChg chg="add del mod">
          <ac:chgData name="Ayhan Karaman" userId="ec277a7f08761a62" providerId="LiveId" clId="{A7318BDB-BC3B-435E-9587-295F14AD73EF}" dt="2026-10-11T18:13:21.528" v="253" actId="165"/>
          <ac:grpSpMkLst>
            <pc:docMk/>
            <pc:sldMk cId="4077904148" sldId="256"/>
            <ac:grpSpMk id="27" creationId="{07B85F1E-0ADE-D783-8F90-D40EFDC9E4E5}"/>
          </ac:grpSpMkLst>
        </pc:grpChg>
        <pc:grpChg chg="add del mod">
          <ac:chgData name="Ayhan Karaman" userId="ec277a7f08761a62" providerId="LiveId" clId="{A7318BDB-BC3B-435E-9587-295F14AD73EF}" dt="2026-10-11T18:13:14.783" v="252" actId="165"/>
          <ac:grpSpMkLst>
            <pc:docMk/>
            <pc:sldMk cId="4077904148" sldId="256"/>
            <ac:grpSpMk id="28" creationId="{201F7FB1-C3B3-1942-5CC3-E1998D4885FF}"/>
          </ac:grpSpMkLst>
        </pc:grpChg>
        <pc:grpChg chg="add del mod">
          <ac:chgData name="Ayhan Karaman" userId="ec277a7f08761a62" providerId="LiveId" clId="{A7318BDB-BC3B-435E-9587-295F14AD73EF}" dt="2026-10-11T18:12:28.810" v="240" actId="165"/>
          <ac:grpSpMkLst>
            <pc:docMk/>
            <pc:sldMk cId="4077904148" sldId="256"/>
            <ac:grpSpMk id="33" creationId="{BB2AA19E-CE42-33F2-2108-A79E242FE246}"/>
          </ac:grpSpMkLst>
        </pc:grpChg>
        <pc:grpChg chg="add mod">
          <ac:chgData name="Ayhan Karaman" userId="ec277a7f08761a62" providerId="LiveId" clId="{A7318BDB-BC3B-435E-9587-295F14AD73EF}" dt="2026-10-11T18:24:56.048" v="358" actId="1076"/>
          <ac:grpSpMkLst>
            <pc:docMk/>
            <pc:sldMk cId="4077904148" sldId="256"/>
            <ac:grpSpMk id="74" creationId="{8AE25A07-AC57-4849-6578-93C0F35B948F}"/>
          </ac:grpSpMkLst>
        </pc:grpChg>
        <pc:cxnChg chg="add mod">
          <ac:chgData name="Ayhan Karaman" userId="ec277a7f08761a62" providerId="LiveId" clId="{A7318BDB-BC3B-435E-9587-295F14AD73EF}" dt="2026-10-11T18:18:59.648" v="277" actId="1076"/>
          <ac:cxnSpMkLst>
            <pc:docMk/>
            <pc:sldMk cId="4077904148" sldId="256"/>
            <ac:cxnSpMk id="17" creationId="{2D70BCB7-0CCD-2550-68CB-359E0446DAFB}"/>
          </ac:cxnSpMkLst>
        </pc:cxnChg>
        <pc:cxnChg chg="add mod">
          <ac:chgData name="Ayhan Karaman" userId="ec277a7f08761a62" providerId="LiveId" clId="{A7318BDB-BC3B-435E-9587-295F14AD73EF}" dt="2026-10-11T18:18:38.455" v="275" actId="1076"/>
          <ac:cxnSpMkLst>
            <pc:docMk/>
            <pc:sldMk cId="4077904148" sldId="256"/>
            <ac:cxnSpMk id="19" creationId="{2F6A5D9C-BDD4-814B-6B2D-CD09F73D9059}"/>
          </ac:cxnSpMkLst>
        </pc:cxnChg>
        <pc:cxnChg chg="add mod">
          <ac:chgData name="Ayhan Karaman" userId="ec277a7f08761a62" providerId="LiveId" clId="{A7318BDB-BC3B-435E-9587-295F14AD73EF}" dt="2026-10-11T18:19:10.178" v="278" actId="1076"/>
          <ac:cxnSpMkLst>
            <pc:docMk/>
            <pc:sldMk cId="4077904148" sldId="256"/>
            <ac:cxnSpMk id="21" creationId="{174B244A-71B3-60A3-A57F-2A379650394B}"/>
          </ac:cxnSpMkLst>
        </pc:cxnChg>
        <pc:cxnChg chg="add del mod topLvl">
          <ac:chgData name="Ayhan Karaman" userId="ec277a7f08761a62" providerId="LiveId" clId="{A7318BDB-BC3B-435E-9587-295F14AD73EF}" dt="2026-10-11T18:13:38.381" v="256" actId="478"/>
          <ac:cxnSpMkLst>
            <pc:docMk/>
            <pc:sldMk cId="4077904148" sldId="256"/>
            <ac:cxnSpMk id="25" creationId="{630D87C0-634D-4E75-E88B-4E8CEAE4B9D6}"/>
          </ac:cxnSpMkLst>
        </pc:cxnChg>
        <pc:cxnChg chg="del mod topLvl">
          <ac:chgData name="Ayhan Karaman" userId="ec277a7f08761a62" providerId="LiveId" clId="{A7318BDB-BC3B-435E-9587-295F14AD73EF}" dt="2026-10-11T18:14:12.408" v="268" actId="478"/>
          <ac:cxnSpMkLst>
            <pc:docMk/>
            <pc:sldMk cId="4077904148" sldId="256"/>
            <ac:cxnSpMk id="31" creationId="{0EFA64DF-517C-EAE0-0FDC-A130B8B62AE8}"/>
          </ac:cxnSpMkLst>
        </pc:cxnChg>
        <pc:cxnChg chg="del mod topLvl">
          <ac:chgData name="Ayhan Karaman" userId="ec277a7f08761a62" providerId="LiveId" clId="{A7318BDB-BC3B-435E-9587-295F14AD73EF}" dt="2026-10-11T18:12:45.620" v="244" actId="478"/>
          <ac:cxnSpMkLst>
            <pc:docMk/>
            <pc:sldMk cId="4077904148" sldId="256"/>
            <ac:cxnSpMk id="36" creationId="{38D75D38-4104-1CAE-8902-5F45079337C5}"/>
          </ac:cxnSpMkLst>
        </pc:cxnChg>
        <pc:cxnChg chg="add mod">
          <ac:chgData name="Ayhan Karaman" userId="ec277a7f08761a62" providerId="LiveId" clId="{A7318BDB-BC3B-435E-9587-295F14AD73EF}" dt="2026-10-11T18:24:29.095" v="356" actId="1076"/>
          <ac:cxnSpMkLst>
            <pc:docMk/>
            <pc:sldMk cId="4077904148" sldId="256"/>
            <ac:cxnSpMk id="44" creationId="{DBA2D012-13C4-2F23-88DA-FE51CFE69079}"/>
          </ac:cxnSpMkLst>
        </pc:cxnChg>
        <pc:cxnChg chg="add mod">
          <ac:chgData name="Ayhan Karaman" userId="ec277a7f08761a62" providerId="LiveId" clId="{A7318BDB-BC3B-435E-9587-295F14AD73EF}" dt="2026-10-11T18:26:17.295" v="368" actId="14100"/>
          <ac:cxnSpMkLst>
            <pc:docMk/>
            <pc:sldMk cId="4077904148" sldId="256"/>
            <ac:cxnSpMk id="46" creationId="{F1FED42F-EF62-07C2-87F7-A8387B525FE8}"/>
          </ac:cxnSpMkLst>
        </pc:cxnChg>
        <pc:cxnChg chg="add mod">
          <ac:chgData name="Ayhan Karaman" userId="ec277a7f08761a62" providerId="LiveId" clId="{A7318BDB-BC3B-435E-9587-295F14AD73EF}" dt="2026-10-11T18:24:44.117" v="357" actId="14100"/>
          <ac:cxnSpMkLst>
            <pc:docMk/>
            <pc:sldMk cId="4077904148" sldId="256"/>
            <ac:cxnSpMk id="67" creationId="{FB9D2BC2-D736-55F3-1BF6-C5BDCB3272A4}"/>
          </ac:cxnSpMkLst>
        </pc:cxnChg>
        <pc:cxnChg chg="add del">
          <ac:chgData name="Ayhan Karaman" userId="ec277a7f08761a62" providerId="LiveId" clId="{A7318BDB-BC3B-435E-9587-295F14AD73EF}" dt="2026-10-11T18:25:25.787" v="360" actId="11529"/>
          <ac:cxnSpMkLst>
            <pc:docMk/>
            <pc:sldMk cId="4077904148" sldId="256"/>
            <ac:cxnSpMk id="81" creationId="{EDE20C20-8CB4-F0D2-DA81-E498CB7717C3}"/>
          </ac:cxnSpMkLst>
        </pc:cxnChg>
        <pc:cxnChg chg="add mod">
          <ac:chgData name="Ayhan Karaman" userId="ec277a7f08761a62" providerId="LiveId" clId="{A7318BDB-BC3B-435E-9587-295F14AD73EF}" dt="2026-10-11T18:27:00.820" v="398" actId="14100"/>
          <ac:cxnSpMkLst>
            <pc:docMk/>
            <pc:sldMk cId="4077904148" sldId="256"/>
            <ac:cxnSpMk id="83" creationId="{CD0605F7-B013-810F-4CE5-605BED7B4D64}"/>
          </ac:cxnSpMkLst>
        </pc:cxnChg>
        <pc:cxnChg chg="add mod">
          <ac:chgData name="Ayhan Karaman" userId="ec277a7f08761a62" providerId="LiveId" clId="{A7318BDB-BC3B-435E-9587-295F14AD73EF}" dt="2026-10-11T18:27:44.136" v="409" actId="20577"/>
          <ac:cxnSpMkLst>
            <pc:docMk/>
            <pc:sldMk cId="4077904148" sldId="256"/>
            <ac:cxnSpMk id="84" creationId="{732EE0E4-D83F-E33C-F129-ABF9D8F547C7}"/>
          </ac:cxnSpMkLst>
        </pc:cxnChg>
        <pc:cxnChg chg="add mod">
          <ac:chgData name="Ayhan Karaman" userId="ec277a7f08761a62" providerId="LiveId" clId="{A7318BDB-BC3B-435E-9587-295F14AD73EF}" dt="2026-10-11T18:30:27.771" v="461" actId="20577"/>
          <ac:cxnSpMkLst>
            <pc:docMk/>
            <pc:sldMk cId="4077904148" sldId="256"/>
            <ac:cxnSpMk id="98" creationId="{105E4A70-F509-9A06-F453-54C8AA8CD5EB}"/>
          </ac:cxnSpMkLst>
        </pc:cxnChg>
        <pc:cxnChg chg="add mod">
          <ac:chgData name="Ayhan Karaman" userId="ec277a7f08761a62" providerId="LiveId" clId="{A7318BDB-BC3B-435E-9587-295F14AD73EF}" dt="2026-10-11T18:30:14.502" v="458" actId="14100"/>
          <ac:cxnSpMkLst>
            <pc:docMk/>
            <pc:sldMk cId="4077904148" sldId="256"/>
            <ac:cxnSpMk id="99" creationId="{C55BFDE2-88A0-44F5-2A20-35E22411BDD2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A0D4D44-CABF-92BB-3C62-1EB6B97D40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B1BAAEE2-781E-7A90-E684-6C81127ED2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02F6003-624B-CAAB-0320-23BDBB28B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DE80BD1-2FB2-5E3F-5867-1639DE111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0C418D78-1E74-E594-8EAC-7CBA5317D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16671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0534B30-BB09-71B6-BD67-225879BBF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228075F4-0CC6-6FE2-81E9-10EB0E70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20995E9-8F38-5F33-65E6-C2D4E920E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5AEF8A6-B835-BDB3-D4CB-385307E39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195BC74-2D02-15EB-76AB-1D6573C5F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5460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3648C97-3EF0-F75E-E7C5-770CAAAD7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3887EC3-852C-820F-E711-8DFA451FE2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43F6FF95-0ECF-5029-E769-0E8EB8DCF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38E7D2E-6A5F-5859-0408-79C61990C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73C3DFB-576A-83B7-C344-47F4B3EC8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15819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A301F7-2800-E679-F048-B20D67BCE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4FECE2E-F3C5-4C5F-9940-F8ED3517DA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1DDD7D2E-D3B5-B71B-F2D2-D3A6FB71F7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834E5796-F931-1E09-239C-09C0A54F4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EAB3385E-B280-63FE-B838-B9A0901CE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52006566-96DF-BF94-8A8B-3B431A888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44326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A72B07A-4A79-7341-1ABE-8C0B73F85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19D39C28-4A0F-8E64-F59B-BC57EFF99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C5F8010B-5671-C43C-F305-47D31DC646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142055CA-D715-6FF6-C397-2B87193A10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4FB1BC05-8B99-3260-DB7C-A91C8418E2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7692C911-5058-82E5-F0E7-E2FAC844A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11.10.2026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E34E2230-6960-6D2F-24A2-B6CD29D22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F32602D1-39F0-1310-7AE6-A7CEFFFFA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29438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01AFCD8-3017-32FE-094A-1AD45EB7F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2BB9EEC0-C8DD-47FA-492B-F87F2DCA6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AB317F42-AE4D-F9A4-9B31-D0BC5281F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8EBD65DC-0573-6601-B76F-BD116BA3F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52706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80F8FC92-E0CD-F79D-777C-792560A14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11.10.2026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90D2EDA-751C-4160-3F80-3CBDD77F9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4DF7A515-093F-0BAA-0A49-ECC727208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3010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25E5F0A-27A4-2D37-6BFE-754ADA177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6B366DEE-FFD8-7C17-723E-BE68F2447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0C91F0E-7477-6E77-255A-D06BB3377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364ADDF-28A8-B140-06E3-679321A45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E1AD4981-BAC6-1D65-31A6-63B8FA694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72273508-6851-0EC3-A7E4-57DEE3BBA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45750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F22FF251-BAC2-782A-FC8D-029D70002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4AC32020-EEBE-2450-978B-33B2E3D000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3BD9A99B-9045-F88E-8465-1517CFD0B1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42002E5-D944-512D-D312-9E18540C9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E0A32806-A45E-A83D-EECF-8F6D863BC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A65BD030-0CF0-015F-472D-A64BB179F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267003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93A4CA9-0EA5-9FDA-C318-A81F08C93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942E0613-BCB2-0DAB-C5EF-07309FFE4A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CD5BA32-5008-BA69-D70E-993B93DFA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AD1F5EBB-8591-0F51-72C3-C1B8F94F6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0E6E0BBA-0BD4-7F54-DB70-DB846B6F0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30329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F1FFD082-F1CA-4E93-2FD3-21F24B0867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1A712DFD-745F-18B5-9A4D-FA282983E2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469E8D4-3E75-B785-2CCB-77EE7DB4B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BE86431-BB7A-6040-BE52-3613FEC02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6994732-E597-F41E-96CD-A764CDCC7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57651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C2949067-54FC-1817-D41D-57BC8D446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E0CCD3EA-FAE7-2F90-9FED-8F5A00A30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DB1536E-B16F-CB66-E7CC-F0E175DC4F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B4E739-70D6-40BD-B9BF-46BF9FC7432A}" type="datetimeFigureOut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82072E4F-E626-B5CA-C9DB-6E8990AD3F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D663F92-3A86-67C7-23E9-BFEE7B40A7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1668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B18EA957-B910-98E5-A42C-78207747FB8A}"/>
              </a:ext>
            </a:extLst>
          </p:cNvPr>
          <p:cNvSpPr/>
          <p:nvPr/>
        </p:nvSpPr>
        <p:spPr>
          <a:xfrm>
            <a:off x="605245" y="116784"/>
            <a:ext cx="10981509" cy="196813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" panose="020B0502040204020203" pitchFamily="34" charset="0"/>
              </a:rPr>
              <a:t>AVAMİL</a:t>
            </a:r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8DB23B2B-55E9-9652-30BD-D1D86BBEDC2E}"/>
              </a:ext>
            </a:extLst>
          </p:cNvPr>
          <p:cNvSpPr txBox="1"/>
          <p:nvPr/>
        </p:nvSpPr>
        <p:spPr>
          <a:xfrm>
            <a:off x="5667645" y="1436914"/>
            <a:ext cx="689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(100)</a:t>
            </a:r>
          </a:p>
        </p:txBody>
      </p:sp>
      <p:sp>
        <p:nvSpPr>
          <p:cNvPr id="7" name="Ok: Bükülü 6">
            <a:extLst>
              <a:ext uri="{FF2B5EF4-FFF2-40B4-BE49-F238E27FC236}">
                <a16:creationId xmlns:a16="http://schemas.microsoft.com/office/drawing/2014/main" id="{352A761E-607A-B0EE-DC23-25C903C873AF}"/>
              </a:ext>
            </a:extLst>
          </p:cNvPr>
          <p:cNvSpPr/>
          <p:nvPr/>
        </p:nvSpPr>
        <p:spPr>
          <a:xfrm rot="5400000">
            <a:off x="7940716" y="641310"/>
            <a:ext cx="311154" cy="4159335"/>
          </a:xfrm>
          <a:prstGeom prst="bentArrow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>
              <a:solidFill>
                <a:schemeClr val="tx1"/>
              </a:solidFill>
            </a:endParaRPr>
          </a:p>
        </p:txBody>
      </p:sp>
      <p:sp>
        <p:nvSpPr>
          <p:cNvPr id="8" name="Ok: Bükülü 7">
            <a:extLst>
              <a:ext uri="{FF2B5EF4-FFF2-40B4-BE49-F238E27FC236}">
                <a16:creationId xmlns:a16="http://schemas.microsoft.com/office/drawing/2014/main" id="{4550505E-C276-452E-7551-1493668FA891}"/>
              </a:ext>
            </a:extLst>
          </p:cNvPr>
          <p:cNvSpPr/>
          <p:nvPr/>
        </p:nvSpPr>
        <p:spPr>
          <a:xfrm rot="16200000" flipH="1">
            <a:off x="3874316" y="654870"/>
            <a:ext cx="311154" cy="4132214"/>
          </a:xfrm>
          <a:prstGeom prst="bentArrow">
            <a:avLst>
              <a:gd name="adj1" fmla="val 218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>
              <a:solidFill>
                <a:schemeClr val="tx1"/>
              </a:solidFill>
            </a:endParaRPr>
          </a:p>
        </p:txBody>
      </p:sp>
      <p:sp>
        <p:nvSpPr>
          <p:cNvPr id="9" name="Ok: Aşağı 8">
            <a:extLst>
              <a:ext uri="{FF2B5EF4-FFF2-40B4-BE49-F238E27FC236}">
                <a16:creationId xmlns:a16="http://schemas.microsoft.com/office/drawing/2014/main" id="{770CC54A-1557-23A8-BA83-7939ABB8851F}"/>
              </a:ext>
            </a:extLst>
          </p:cNvPr>
          <p:cNvSpPr/>
          <p:nvPr/>
        </p:nvSpPr>
        <p:spPr>
          <a:xfrm>
            <a:off x="6016625" y="2084922"/>
            <a:ext cx="158750" cy="836082"/>
          </a:xfrm>
          <a:prstGeom prst="downArrow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10" name="Dikdörtgen 9">
            <a:extLst>
              <a:ext uri="{FF2B5EF4-FFF2-40B4-BE49-F238E27FC236}">
                <a16:creationId xmlns:a16="http://schemas.microsoft.com/office/drawing/2014/main" id="{0E57F1E5-6086-9035-E011-14CC75306A78}"/>
              </a:ext>
            </a:extLst>
          </p:cNvPr>
          <p:cNvSpPr/>
          <p:nvPr/>
        </p:nvSpPr>
        <p:spPr>
          <a:xfrm>
            <a:off x="1312333" y="2876552"/>
            <a:ext cx="1540934" cy="905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2400" dirty="0"/>
              <a:t>İRAB</a:t>
            </a:r>
            <a:endParaRPr lang="tr-TR" dirty="0"/>
          </a:p>
        </p:txBody>
      </p:sp>
      <p:sp>
        <p:nvSpPr>
          <p:cNvPr id="11" name="Dikdörtgen 10">
            <a:extLst>
              <a:ext uri="{FF2B5EF4-FFF2-40B4-BE49-F238E27FC236}">
                <a16:creationId xmlns:a16="http://schemas.microsoft.com/office/drawing/2014/main" id="{09A3DDF9-242A-9AC0-41D5-BDC8AF49AF00}"/>
              </a:ext>
            </a:extLst>
          </p:cNvPr>
          <p:cNvSpPr/>
          <p:nvPr/>
        </p:nvSpPr>
        <p:spPr>
          <a:xfrm>
            <a:off x="5325533" y="2921004"/>
            <a:ext cx="1540934" cy="905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2400" dirty="0"/>
              <a:t>MAMÜL</a:t>
            </a:r>
          </a:p>
        </p:txBody>
      </p:sp>
      <p:sp>
        <p:nvSpPr>
          <p:cNvPr id="12" name="Dikdörtgen 11">
            <a:extLst>
              <a:ext uri="{FF2B5EF4-FFF2-40B4-BE49-F238E27FC236}">
                <a16:creationId xmlns:a16="http://schemas.microsoft.com/office/drawing/2014/main" id="{27349648-4E11-35D5-B255-958EDEAECCE2}"/>
              </a:ext>
            </a:extLst>
          </p:cNvPr>
          <p:cNvSpPr/>
          <p:nvPr/>
        </p:nvSpPr>
        <p:spPr>
          <a:xfrm>
            <a:off x="9338733" y="2876552"/>
            <a:ext cx="1540934" cy="905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2400" dirty="0"/>
              <a:t>AMİL</a:t>
            </a:r>
            <a:endParaRPr lang="tr-TR" dirty="0"/>
          </a:p>
        </p:txBody>
      </p:sp>
      <p:sp>
        <p:nvSpPr>
          <p:cNvPr id="13" name="Metin kutusu 12">
            <a:extLst>
              <a:ext uri="{FF2B5EF4-FFF2-40B4-BE49-F238E27FC236}">
                <a16:creationId xmlns:a16="http://schemas.microsoft.com/office/drawing/2014/main" id="{0D5F918C-A590-54BE-DC23-DAE3B51E41B7}"/>
              </a:ext>
            </a:extLst>
          </p:cNvPr>
          <p:cNvSpPr txBox="1"/>
          <p:nvPr/>
        </p:nvSpPr>
        <p:spPr>
          <a:xfrm>
            <a:off x="5799967" y="3457606"/>
            <a:ext cx="592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</a:t>
            </a:r>
            <a:r>
              <a:rPr lang="tr-TR" sz="1400" dirty="0">
                <a:solidFill>
                  <a:schemeClr val="bg1"/>
                </a:solidFill>
              </a:rPr>
              <a:t>30</a:t>
            </a:r>
            <a:r>
              <a:rPr lang="tr-TR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AA185710-8E14-2BA7-5B98-64DA5CA3F3C1}"/>
              </a:ext>
            </a:extLst>
          </p:cNvPr>
          <p:cNvSpPr txBox="1"/>
          <p:nvPr/>
        </p:nvSpPr>
        <p:spPr>
          <a:xfrm>
            <a:off x="9879929" y="3432206"/>
            <a:ext cx="592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</a:t>
            </a:r>
            <a:r>
              <a:rPr lang="tr-TR" sz="1400" dirty="0">
                <a:solidFill>
                  <a:schemeClr val="bg1"/>
                </a:solidFill>
              </a:rPr>
              <a:t>60</a:t>
            </a:r>
            <a:r>
              <a:rPr lang="tr-TR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5" name="Metin kutusu 14">
            <a:extLst>
              <a:ext uri="{FF2B5EF4-FFF2-40B4-BE49-F238E27FC236}">
                <a16:creationId xmlns:a16="http://schemas.microsoft.com/office/drawing/2014/main" id="{1EB97B78-4638-D170-C1CD-1D1C8F463BF4}"/>
              </a:ext>
            </a:extLst>
          </p:cNvPr>
          <p:cNvSpPr txBox="1"/>
          <p:nvPr/>
        </p:nvSpPr>
        <p:spPr>
          <a:xfrm>
            <a:off x="1786768" y="3385644"/>
            <a:ext cx="592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</a:t>
            </a:r>
            <a:r>
              <a:rPr lang="tr-TR" sz="1400" dirty="0">
                <a:solidFill>
                  <a:schemeClr val="bg1"/>
                </a:solidFill>
              </a:rPr>
              <a:t>10</a:t>
            </a:r>
            <a:r>
              <a:rPr lang="tr-TR" dirty="0">
                <a:solidFill>
                  <a:schemeClr val="bg1"/>
                </a:solidFill>
              </a:rPr>
              <a:t>)</a:t>
            </a:r>
          </a:p>
        </p:txBody>
      </p:sp>
      <p:cxnSp>
        <p:nvCxnSpPr>
          <p:cNvPr id="17" name="Düz Ok Bağlayıcısı 16">
            <a:extLst>
              <a:ext uri="{FF2B5EF4-FFF2-40B4-BE49-F238E27FC236}">
                <a16:creationId xmlns:a16="http://schemas.microsoft.com/office/drawing/2014/main" id="{2D70BCB7-0CCD-2550-68CB-359E0446DAFB}"/>
              </a:ext>
            </a:extLst>
          </p:cNvPr>
          <p:cNvCxnSpPr>
            <a:cxnSpLocks/>
            <a:stCxn id="15" idx="2"/>
            <a:endCxn id="22" idx="0"/>
          </p:cNvCxnSpPr>
          <p:nvPr/>
        </p:nvCxnSpPr>
        <p:spPr>
          <a:xfrm flipH="1">
            <a:off x="856750" y="3754976"/>
            <a:ext cx="1226050" cy="678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Düz Ok Bağlayıcısı 18">
            <a:extLst>
              <a:ext uri="{FF2B5EF4-FFF2-40B4-BE49-F238E27FC236}">
                <a16:creationId xmlns:a16="http://schemas.microsoft.com/office/drawing/2014/main" id="{2F6A5D9C-BDD4-814B-6B2D-CD09F73D9059}"/>
              </a:ext>
            </a:extLst>
          </p:cNvPr>
          <p:cNvCxnSpPr>
            <a:cxnSpLocks/>
            <a:stCxn id="15" idx="2"/>
            <a:endCxn id="29" idx="0"/>
          </p:cNvCxnSpPr>
          <p:nvPr/>
        </p:nvCxnSpPr>
        <p:spPr>
          <a:xfrm flipH="1">
            <a:off x="2076603" y="3754976"/>
            <a:ext cx="6197" cy="6657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Düz Ok Bağlayıcısı 20">
            <a:extLst>
              <a:ext uri="{FF2B5EF4-FFF2-40B4-BE49-F238E27FC236}">
                <a16:creationId xmlns:a16="http://schemas.microsoft.com/office/drawing/2014/main" id="{174B244A-71B3-60A3-A57F-2A379650394B}"/>
              </a:ext>
            </a:extLst>
          </p:cNvPr>
          <p:cNvCxnSpPr>
            <a:cxnSpLocks/>
            <a:stCxn id="15" idx="2"/>
            <a:endCxn id="34" idx="0"/>
          </p:cNvCxnSpPr>
          <p:nvPr/>
        </p:nvCxnSpPr>
        <p:spPr>
          <a:xfrm>
            <a:off x="2082800" y="3754976"/>
            <a:ext cx="1358116" cy="662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Metin kutusu 21">
            <a:extLst>
              <a:ext uri="{FF2B5EF4-FFF2-40B4-BE49-F238E27FC236}">
                <a16:creationId xmlns:a16="http://schemas.microsoft.com/office/drawing/2014/main" id="{1F732419-7BEE-3A59-BFB4-D28508256611}"/>
              </a:ext>
            </a:extLst>
          </p:cNvPr>
          <p:cNvSpPr txBox="1"/>
          <p:nvPr/>
        </p:nvSpPr>
        <p:spPr>
          <a:xfrm>
            <a:off x="406947" y="4432981"/>
            <a:ext cx="8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Hazf(3)</a:t>
            </a:r>
          </a:p>
        </p:txBody>
      </p:sp>
      <p:sp>
        <p:nvSpPr>
          <p:cNvPr id="29" name="Metin kutusu 28">
            <a:extLst>
              <a:ext uri="{FF2B5EF4-FFF2-40B4-BE49-F238E27FC236}">
                <a16:creationId xmlns:a16="http://schemas.microsoft.com/office/drawing/2014/main" id="{FB29CB00-25B0-7F4B-C3C5-A799D152645B}"/>
              </a:ext>
            </a:extLst>
          </p:cNvPr>
          <p:cNvSpPr txBox="1"/>
          <p:nvPr/>
        </p:nvSpPr>
        <p:spPr>
          <a:xfrm>
            <a:off x="1638694" y="4420680"/>
            <a:ext cx="875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Harf(4)</a:t>
            </a:r>
          </a:p>
          <a:p>
            <a:endParaRPr lang="tr-TR" dirty="0"/>
          </a:p>
        </p:txBody>
      </p:sp>
      <p:sp>
        <p:nvSpPr>
          <p:cNvPr id="34" name="Metin kutusu 33">
            <a:extLst>
              <a:ext uri="{FF2B5EF4-FFF2-40B4-BE49-F238E27FC236}">
                <a16:creationId xmlns:a16="http://schemas.microsoft.com/office/drawing/2014/main" id="{142A3B73-AEDE-F62B-CF05-E952BC475629}"/>
              </a:ext>
            </a:extLst>
          </p:cNvPr>
          <p:cNvSpPr txBox="1"/>
          <p:nvPr/>
        </p:nvSpPr>
        <p:spPr>
          <a:xfrm>
            <a:off x="2852242" y="4417128"/>
            <a:ext cx="117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Hareke(3)</a:t>
            </a:r>
          </a:p>
        </p:txBody>
      </p:sp>
      <p:cxnSp>
        <p:nvCxnSpPr>
          <p:cNvPr id="44" name="Düz Ok Bağlayıcısı 43">
            <a:extLst>
              <a:ext uri="{FF2B5EF4-FFF2-40B4-BE49-F238E27FC236}">
                <a16:creationId xmlns:a16="http://schemas.microsoft.com/office/drawing/2014/main" id="{DBA2D012-13C4-2F23-88DA-FE51CFE69079}"/>
              </a:ext>
            </a:extLst>
          </p:cNvPr>
          <p:cNvCxnSpPr>
            <a:cxnSpLocks/>
            <a:stCxn id="13" idx="2"/>
            <a:endCxn id="49" idx="0"/>
          </p:cNvCxnSpPr>
          <p:nvPr/>
        </p:nvCxnSpPr>
        <p:spPr>
          <a:xfrm flipH="1">
            <a:off x="5199955" y="3826938"/>
            <a:ext cx="896044" cy="4675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Düz Ok Bağlayıcısı 45">
            <a:extLst>
              <a:ext uri="{FF2B5EF4-FFF2-40B4-BE49-F238E27FC236}">
                <a16:creationId xmlns:a16="http://schemas.microsoft.com/office/drawing/2014/main" id="{F1FED42F-EF62-07C2-87F7-A8387B525FE8}"/>
              </a:ext>
            </a:extLst>
          </p:cNvPr>
          <p:cNvCxnSpPr>
            <a:cxnSpLocks/>
            <a:stCxn id="13" idx="2"/>
            <a:endCxn id="50" idx="0"/>
          </p:cNvCxnSpPr>
          <p:nvPr/>
        </p:nvCxnSpPr>
        <p:spPr>
          <a:xfrm>
            <a:off x="6095999" y="3826938"/>
            <a:ext cx="1575074" cy="4552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Metin kutusu 48">
            <a:extLst>
              <a:ext uri="{FF2B5EF4-FFF2-40B4-BE49-F238E27FC236}">
                <a16:creationId xmlns:a16="http://schemas.microsoft.com/office/drawing/2014/main" id="{02D12DE1-EF81-6F17-C602-03C239CEFE92}"/>
              </a:ext>
            </a:extLst>
          </p:cNvPr>
          <p:cNvSpPr txBox="1"/>
          <p:nvPr/>
        </p:nvSpPr>
        <p:spPr>
          <a:xfrm>
            <a:off x="4446688" y="4294482"/>
            <a:ext cx="15065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err="1"/>
              <a:t>Mamül</a:t>
            </a:r>
            <a:r>
              <a:rPr lang="tr-TR" dirty="0"/>
              <a:t>-ü </a:t>
            </a:r>
            <a:r>
              <a:rPr lang="tr-TR" dirty="0" err="1"/>
              <a:t>Bi’l-Asale</a:t>
            </a:r>
            <a:r>
              <a:rPr lang="tr-TR" dirty="0"/>
              <a:t>(25)</a:t>
            </a:r>
          </a:p>
        </p:txBody>
      </p:sp>
      <p:sp>
        <p:nvSpPr>
          <p:cNvPr id="50" name="Metin kutusu 49">
            <a:extLst>
              <a:ext uri="{FF2B5EF4-FFF2-40B4-BE49-F238E27FC236}">
                <a16:creationId xmlns:a16="http://schemas.microsoft.com/office/drawing/2014/main" id="{92CE1E63-B397-4A00-57DC-BE838B1AD5FF}"/>
              </a:ext>
            </a:extLst>
          </p:cNvPr>
          <p:cNvSpPr txBox="1"/>
          <p:nvPr/>
        </p:nvSpPr>
        <p:spPr>
          <a:xfrm>
            <a:off x="6804297" y="4282180"/>
            <a:ext cx="17335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err="1"/>
              <a:t>Mamül</a:t>
            </a:r>
            <a:r>
              <a:rPr lang="tr-TR" dirty="0"/>
              <a:t>-ü </a:t>
            </a:r>
          </a:p>
          <a:p>
            <a:r>
              <a:rPr lang="tr-TR" dirty="0" err="1"/>
              <a:t>Bi’t-Tebeiyye</a:t>
            </a:r>
            <a:r>
              <a:rPr lang="tr-TR" dirty="0"/>
              <a:t>(5)</a:t>
            </a:r>
          </a:p>
        </p:txBody>
      </p:sp>
      <p:cxnSp>
        <p:nvCxnSpPr>
          <p:cNvPr id="67" name="Düz Bağlayıcı 66">
            <a:extLst>
              <a:ext uri="{FF2B5EF4-FFF2-40B4-BE49-F238E27FC236}">
                <a16:creationId xmlns:a16="http://schemas.microsoft.com/office/drawing/2014/main" id="{FB9D2BC2-D736-55F3-1BF6-C5BDCB3272A4}"/>
              </a:ext>
            </a:extLst>
          </p:cNvPr>
          <p:cNvCxnSpPr>
            <a:cxnSpLocks/>
          </p:cNvCxnSpPr>
          <p:nvPr/>
        </p:nvCxnSpPr>
        <p:spPr>
          <a:xfrm>
            <a:off x="4273550" y="4928511"/>
            <a:ext cx="18224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up 73">
            <a:extLst>
              <a:ext uri="{FF2B5EF4-FFF2-40B4-BE49-F238E27FC236}">
                <a16:creationId xmlns:a16="http://schemas.microsoft.com/office/drawing/2014/main" id="{8AE25A07-AC57-4849-6578-93C0F35B948F}"/>
              </a:ext>
            </a:extLst>
          </p:cNvPr>
          <p:cNvGrpSpPr/>
          <p:nvPr/>
        </p:nvGrpSpPr>
        <p:grpSpPr>
          <a:xfrm>
            <a:off x="4151918" y="4943043"/>
            <a:ext cx="2231222" cy="855476"/>
            <a:chOff x="4366924" y="5082695"/>
            <a:chExt cx="2331087" cy="1405626"/>
          </a:xfrm>
        </p:grpSpPr>
        <p:sp>
          <p:nvSpPr>
            <p:cNvPr id="70" name="Metin kutusu 69">
              <a:extLst>
                <a:ext uri="{FF2B5EF4-FFF2-40B4-BE49-F238E27FC236}">
                  <a16:creationId xmlns:a16="http://schemas.microsoft.com/office/drawing/2014/main" id="{DE98D314-22AE-569B-B6DD-CF4F3B23ADB3}"/>
                </a:ext>
              </a:extLst>
            </p:cNvPr>
            <p:cNvSpPr txBox="1"/>
            <p:nvPr/>
          </p:nvSpPr>
          <p:spPr>
            <a:xfrm>
              <a:off x="4366924" y="5082695"/>
              <a:ext cx="202510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1.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Mamül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-ü Merfu (9)</a:t>
              </a:r>
            </a:p>
          </p:txBody>
        </p:sp>
        <p:sp>
          <p:nvSpPr>
            <p:cNvPr id="71" name="Metin kutusu 70">
              <a:extLst>
                <a:ext uri="{FF2B5EF4-FFF2-40B4-BE49-F238E27FC236}">
                  <a16:creationId xmlns:a16="http://schemas.microsoft.com/office/drawing/2014/main" id="{DE030D7B-6835-2355-6F1F-D4B3FC2BF737}"/>
                </a:ext>
              </a:extLst>
            </p:cNvPr>
            <p:cNvSpPr txBox="1"/>
            <p:nvPr/>
          </p:nvSpPr>
          <p:spPr>
            <a:xfrm>
              <a:off x="4366924" y="5437701"/>
              <a:ext cx="233108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2.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Mamül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-ü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Mensub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(13)</a:t>
              </a:r>
            </a:p>
          </p:txBody>
        </p:sp>
        <p:sp>
          <p:nvSpPr>
            <p:cNvPr id="72" name="Metin kutusu 71">
              <a:extLst>
                <a:ext uri="{FF2B5EF4-FFF2-40B4-BE49-F238E27FC236}">
                  <a16:creationId xmlns:a16="http://schemas.microsoft.com/office/drawing/2014/main" id="{FB4BE46A-1CCE-5075-9E10-AB0CF95D6DDA}"/>
                </a:ext>
              </a:extLst>
            </p:cNvPr>
            <p:cNvSpPr txBox="1"/>
            <p:nvPr/>
          </p:nvSpPr>
          <p:spPr>
            <a:xfrm>
              <a:off x="4382951" y="6149767"/>
              <a:ext cx="226337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4.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Mamül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-ü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Meczum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(1)</a:t>
              </a:r>
            </a:p>
          </p:txBody>
        </p:sp>
        <p:sp>
          <p:nvSpPr>
            <p:cNvPr id="73" name="Metin kutusu 72">
              <a:extLst>
                <a:ext uri="{FF2B5EF4-FFF2-40B4-BE49-F238E27FC236}">
                  <a16:creationId xmlns:a16="http://schemas.microsoft.com/office/drawing/2014/main" id="{EFC03C41-6D66-E8B2-E119-2E63FB651E61}"/>
                </a:ext>
              </a:extLst>
            </p:cNvPr>
            <p:cNvSpPr txBox="1"/>
            <p:nvPr/>
          </p:nvSpPr>
          <p:spPr>
            <a:xfrm>
              <a:off x="4382951" y="5811213"/>
              <a:ext cx="213872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3.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Mamül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-ü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Mecrur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(2)</a:t>
              </a:r>
            </a:p>
          </p:txBody>
        </p:sp>
      </p:grpSp>
      <p:cxnSp>
        <p:nvCxnSpPr>
          <p:cNvPr id="83" name="Düz Ok Bağlayıcısı 82">
            <a:extLst>
              <a:ext uri="{FF2B5EF4-FFF2-40B4-BE49-F238E27FC236}">
                <a16:creationId xmlns:a16="http://schemas.microsoft.com/office/drawing/2014/main" id="{CD0605F7-B013-810F-4CE5-605BED7B4D64}"/>
              </a:ext>
            </a:extLst>
          </p:cNvPr>
          <p:cNvCxnSpPr>
            <a:cxnSpLocks/>
            <a:stCxn id="14" idx="2"/>
            <a:endCxn id="89" idx="0"/>
          </p:cNvCxnSpPr>
          <p:nvPr/>
        </p:nvCxnSpPr>
        <p:spPr>
          <a:xfrm flipH="1">
            <a:off x="9367545" y="3801538"/>
            <a:ext cx="808416" cy="4770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Düz Ok Bağlayıcısı 83">
            <a:extLst>
              <a:ext uri="{FF2B5EF4-FFF2-40B4-BE49-F238E27FC236}">
                <a16:creationId xmlns:a16="http://schemas.microsoft.com/office/drawing/2014/main" id="{732EE0E4-D83F-E33C-F129-ABF9D8F547C7}"/>
              </a:ext>
            </a:extLst>
          </p:cNvPr>
          <p:cNvCxnSpPr>
            <a:cxnSpLocks/>
            <a:stCxn id="14" idx="2"/>
            <a:endCxn id="94" idx="0"/>
          </p:cNvCxnSpPr>
          <p:nvPr/>
        </p:nvCxnSpPr>
        <p:spPr>
          <a:xfrm>
            <a:off x="10175961" y="3801538"/>
            <a:ext cx="1159289" cy="492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Metin kutusu 88">
            <a:extLst>
              <a:ext uri="{FF2B5EF4-FFF2-40B4-BE49-F238E27FC236}">
                <a16:creationId xmlns:a16="http://schemas.microsoft.com/office/drawing/2014/main" id="{1CF7C57A-2A0A-A8F1-F1D3-5F77CA1E606C}"/>
              </a:ext>
            </a:extLst>
          </p:cNvPr>
          <p:cNvSpPr txBox="1"/>
          <p:nvPr/>
        </p:nvSpPr>
        <p:spPr>
          <a:xfrm>
            <a:off x="8707145" y="4278628"/>
            <a:ext cx="13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Amil-i Manevi(2)</a:t>
            </a:r>
          </a:p>
        </p:txBody>
      </p:sp>
      <p:sp>
        <p:nvSpPr>
          <p:cNvPr id="94" name="Metin kutusu 93">
            <a:extLst>
              <a:ext uri="{FF2B5EF4-FFF2-40B4-BE49-F238E27FC236}">
                <a16:creationId xmlns:a16="http://schemas.microsoft.com/office/drawing/2014/main" id="{EC72CD1F-45F4-C6FF-7909-FEF5FA3D1236}"/>
              </a:ext>
            </a:extLst>
          </p:cNvPr>
          <p:cNvSpPr txBox="1"/>
          <p:nvPr/>
        </p:nvSpPr>
        <p:spPr>
          <a:xfrm>
            <a:off x="10674850" y="4294482"/>
            <a:ext cx="13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Amil-i Lafzi(58)</a:t>
            </a:r>
          </a:p>
        </p:txBody>
      </p:sp>
      <p:cxnSp>
        <p:nvCxnSpPr>
          <p:cNvPr id="98" name="Düz Ok Bağlayıcısı 97">
            <a:extLst>
              <a:ext uri="{FF2B5EF4-FFF2-40B4-BE49-F238E27FC236}">
                <a16:creationId xmlns:a16="http://schemas.microsoft.com/office/drawing/2014/main" id="{105E4A70-F509-9A06-F453-54C8AA8CD5EB}"/>
              </a:ext>
            </a:extLst>
          </p:cNvPr>
          <p:cNvCxnSpPr>
            <a:cxnSpLocks/>
            <a:stCxn id="94" idx="2"/>
            <a:endCxn id="107" idx="0"/>
          </p:cNvCxnSpPr>
          <p:nvPr/>
        </p:nvCxnSpPr>
        <p:spPr>
          <a:xfrm>
            <a:off x="11335250" y="4940813"/>
            <a:ext cx="0" cy="424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Düz Ok Bağlayıcısı 98">
            <a:extLst>
              <a:ext uri="{FF2B5EF4-FFF2-40B4-BE49-F238E27FC236}">
                <a16:creationId xmlns:a16="http://schemas.microsoft.com/office/drawing/2014/main" id="{C55BFDE2-88A0-44F5-2A20-35E22411BDD2}"/>
              </a:ext>
            </a:extLst>
          </p:cNvPr>
          <p:cNvCxnSpPr>
            <a:cxnSpLocks/>
            <a:stCxn id="94" idx="2"/>
            <a:endCxn id="106" idx="0"/>
          </p:cNvCxnSpPr>
          <p:nvPr/>
        </p:nvCxnSpPr>
        <p:spPr>
          <a:xfrm flipH="1">
            <a:off x="9570720" y="4940813"/>
            <a:ext cx="1764530" cy="3213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Metin kutusu 105">
            <a:extLst>
              <a:ext uri="{FF2B5EF4-FFF2-40B4-BE49-F238E27FC236}">
                <a16:creationId xmlns:a16="http://schemas.microsoft.com/office/drawing/2014/main" id="{9FEADA09-A5AD-35F1-1A83-FFB66987E695}"/>
              </a:ext>
            </a:extLst>
          </p:cNvPr>
          <p:cNvSpPr txBox="1"/>
          <p:nvPr/>
        </p:nvSpPr>
        <p:spPr>
          <a:xfrm>
            <a:off x="8910320" y="5262126"/>
            <a:ext cx="13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Amil-i Kıyasi(9)</a:t>
            </a:r>
          </a:p>
        </p:txBody>
      </p:sp>
      <p:sp>
        <p:nvSpPr>
          <p:cNvPr id="107" name="Metin kutusu 106">
            <a:extLst>
              <a:ext uri="{FF2B5EF4-FFF2-40B4-BE49-F238E27FC236}">
                <a16:creationId xmlns:a16="http://schemas.microsoft.com/office/drawing/2014/main" id="{686F2AAA-5BCC-7FCC-D345-A104FF1CE95C}"/>
              </a:ext>
            </a:extLst>
          </p:cNvPr>
          <p:cNvSpPr txBox="1"/>
          <p:nvPr/>
        </p:nvSpPr>
        <p:spPr>
          <a:xfrm>
            <a:off x="10674850" y="5365150"/>
            <a:ext cx="13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Amil-i Semai(49)</a:t>
            </a:r>
          </a:p>
        </p:txBody>
      </p:sp>
    </p:spTree>
    <p:extLst>
      <p:ext uri="{BB962C8B-B14F-4D97-AF65-F5344CB8AC3E}">
        <p14:creationId xmlns:p14="http://schemas.microsoft.com/office/powerpoint/2010/main" val="4077904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86</Words>
  <Application>Microsoft Office PowerPoint</Application>
  <PresentationFormat>Geniş ekran</PresentationFormat>
  <Paragraphs>22</Paragraphs>
  <Slides>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4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Bahnschrift SemiBold</vt:lpstr>
      <vt:lpstr>Office Teması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Ayhan Karaman</dc:creator>
  <cp:lastModifiedBy>Ayhan Karaman</cp:lastModifiedBy>
  <cp:revision>1</cp:revision>
  <dcterms:created xsi:type="dcterms:W3CDTF">2026-10-11T17:44:48Z</dcterms:created>
  <dcterms:modified xsi:type="dcterms:W3CDTF">2026-10-11T18:31:10Z</dcterms:modified>
</cp:coreProperties>
</file>