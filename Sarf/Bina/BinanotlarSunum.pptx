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B71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han Karaman" userId="ec277a7f08761a62" providerId="LiveId" clId="{CBFD357C-8F92-4D88-94FF-A7AFF685E8E3}"/>
    <pc:docChg chg="undo redo custSel modSld">
      <pc:chgData name="Ayhan Karaman" userId="ec277a7f08761a62" providerId="LiveId" clId="{CBFD357C-8F92-4D88-94FF-A7AFF685E8E3}" dt="2026-09-10T00:22:21.238" v="1880" actId="478"/>
      <pc:docMkLst>
        <pc:docMk/>
      </pc:docMkLst>
      <pc:sldChg chg="addSp modSp mod">
        <pc:chgData name="Ayhan Karaman" userId="ec277a7f08761a62" providerId="LiveId" clId="{CBFD357C-8F92-4D88-94FF-A7AFF685E8E3}" dt="2026-09-06T01:18:51.006" v="7" actId="571"/>
        <pc:sldMkLst>
          <pc:docMk/>
          <pc:sldMk cId="476174757" sldId="261"/>
        </pc:sldMkLst>
        <pc:spChg chg="mod">
          <ac:chgData name="Ayhan Karaman" userId="ec277a7f08761a62" providerId="LiveId" clId="{CBFD357C-8F92-4D88-94FF-A7AFF685E8E3}" dt="2026-09-06T01:18:18.344" v="3" actId="1076"/>
          <ac:spMkLst>
            <pc:docMk/>
            <pc:sldMk cId="476174757" sldId="261"/>
            <ac:spMk id="3" creationId="{78C1F677-EE4A-8D85-1D06-A3CCD2463C84}"/>
          </ac:spMkLst>
        </pc:spChg>
        <pc:spChg chg="add mod">
          <ac:chgData name="Ayhan Karaman" userId="ec277a7f08761a62" providerId="LiveId" clId="{CBFD357C-8F92-4D88-94FF-A7AFF685E8E3}" dt="2026-09-06T01:18:34.763" v="5" actId="571"/>
          <ac:spMkLst>
            <pc:docMk/>
            <pc:sldMk cId="476174757" sldId="261"/>
            <ac:spMk id="11" creationId="{37ECE1AD-BB9F-5AEA-D0B8-5DB106A4132C}"/>
          </ac:spMkLst>
        </pc:spChg>
        <pc:spChg chg="add mod">
          <ac:chgData name="Ayhan Karaman" userId="ec277a7f08761a62" providerId="LiveId" clId="{CBFD357C-8F92-4D88-94FF-A7AFF685E8E3}" dt="2026-09-06T01:18:34.763" v="5" actId="571"/>
          <ac:spMkLst>
            <pc:docMk/>
            <pc:sldMk cId="476174757" sldId="261"/>
            <ac:spMk id="12" creationId="{7483B143-0E49-660A-D884-A8809703D4CD}"/>
          </ac:spMkLst>
        </pc:spChg>
        <pc:spChg chg="add mod">
          <ac:chgData name="Ayhan Karaman" userId="ec277a7f08761a62" providerId="LiveId" clId="{CBFD357C-8F92-4D88-94FF-A7AFF685E8E3}" dt="2026-09-06T01:18:34.763" v="5" actId="571"/>
          <ac:spMkLst>
            <pc:docMk/>
            <pc:sldMk cId="476174757" sldId="261"/>
            <ac:spMk id="16" creationId="{913B4F8A-175F-5A55-C949-827AD6416508}"/>
          </ac:spMkLst>
        </pc:spChg>
        <pc:spChg chg="add mod">
          <ac:chgData name="Ayhan Karaman" userId="ec277a7f08761a62" providerId="LiveId" clId="{CBFD357C-8F92-4D88-94FF-A7AFF685E8E3}" dt="2026-09-06T01:18:34.763" v="5" actId="571"/>
          <ac:spMkLst>
            <pc:docMk/>
            <pc:sldMk cId="476174757" sldId="261"/>
            <ac:spMk id="17" creationId="{20EF22FB-C367-4882-B393-68F1C4279057}"/>
          </ac:spMkLst>
        </pc:spChg>
        <pc:spChg chg="add mod">
          <ac:chgData name="Ayhan Karaman" userId="ec277a7f08761a62" providerId="LiveId" clId="{CBFD357C-8F92-4D88-94FF-A7AFF685E8E3}" dt="2026-09-06T01:18:51.006" v="7" actId="571"/>
          <ac:spMkLst>
            <pc:docMk/>
            <pc:sldMk cId="476174757" sldId="261"/>
            <ac:spMk id="18" creationId="{04E05027-F27B-9B4B-0C12-FB4067C83F5E}"/>
          </ac:spMkLst>
        </pc:spChg>
        <pc:spChg chg="add mod">
          <ac:chgData name="Ayhan Karaman" userId="ec277a7f08761a62" providerId="LiveId" clId="{CBFD357C-8F92-4D88-94FF-A7AFF685E8E3}" dt="2026-09-06T01:18:51.006" v="7" actId="571"/>
          <ac:spMkLst>
            <pc:docMk/>
            <pc:sldMk cId="476174757" sldId="261"/>
            <ac:spMk id="19" creationId="{6647D316-82B9-68EB-A6F8-F59D370367FD}"/>
          </ac:spMkLst>
        </pc:spChg>
        <pc:spChg chg="add mod">
          <ac:chgData name="Ayhan Karaman" userId="ec277a7f08761a62" providerId="LiveId" clId="{CBFD357C-8F92-4D88-94FF-A7AFF685E8E3}" dt="2026-09-06T01:18:51.006" v="7" actId="571"/>
          <ac:spMkLst>
            <pc:docMk/>
            <pc:sldMk cId="476174757" sldId="261"/>
            <ac:spMk id="20" creationId="{CF806475-80F1-D571-9C5E-A30979143CB8}"/>
          </ac:spMkLst>
        </pc:spChg>
        <pc:spChg chg="add mod">
          <ac:chgData name="Ayhan Karaman" userId="ec277a7f08761a62" providerId="LiveId" clId="{CBFD357C-8F92-4D88-94FF-A7AFF685E8E3}" dt="2026-09-06T01:18:51.006" v="7" actId="571"/>
          <ac:spMkLst>
            <pc:docMk/>
            <pc:sldMk cId="476174757" sldId="261"/>
            <ac:spMk id="21" creationId="{E726DC36-B752-F884-4778-95DAE20FFEBA}"/>
          </ac:spMkLst>
        </pc:spChg>
      </pc:sldChg>
      <pc:sldChg chg="modAnim">
        <pc:chgData name="Ayhan Karaman" userId="ec277a7f08761a62" providerId="LiveId" clId="{CBFD357C-8F92-4D88-94FF-A7AFF685E8E3}" dt="2026-09-06T01:15:26.485" v="1"/>
        <pc:sldMkLst>
          <pc:docMk/>
          <pc:sldMk cId="540846665" sldId="262"/>
        </pc:sldMkLst>
      </pc:sldChg>
      <pc:sldChg chg="addSp modSp mod">
        <pc:chgData name="Ayhan Karaman" userId="ec277a7f08761a62" providerId="LiveId" clId="{CBFD357C-8F92-4D88-94FF-A7AFF685E8E3}" dt="2026-09-06T01:25:45.908" v="121" actId="20577"/>
        <pc:sldMkLst>
          <pc:docMk/>
          <pc:sldMk cId="2702794919" sldId="264"/>
        </pc:sldMkLst>
        <pc:spChg chg="add mod">
          <ac:chgData name="Ayhan Karaman" userId="ec277a7f08761a62" providerId="LiveId" clId="{CBFD357C-8F92-4D88-94FF-A7AFF685E8E3}" dt="2026-09-06T01:19:09.786" v="8"/>
          <ac:spMkLst>
            <pc:docMk/>
            <pc:sldMk cId="2702794919" sldId="264"/>
            <ac:spMk id="3" creationId="{65C6BDEB-7525-0D16-56B9-F9CC421B7411}"/>
          </ac:spMkLst>
        </pc:spChg>
        <pc:spChg chg="add mod">
          <ac:chgData name="Ayhan Karaman" userId="ec277a7f08761a62" providerId="LiveId" clId="{CBFD357C-8F92-4D88-94FF-A7AFF685E8E3}" dt="2026-09-06T01:22:26.893" v="41" actId="20577"/>
          <ac:spMkLst>
            <pc:docMk/>
            <pc:sldMk cId="2702794919" sldId="264"/>
            <ac:spMk id="6" creationId="{B3F13410-D683-4E17-0A56-18995211AA72}"/>
          </ac:spMkLst>
        </pc:spChg>
        <pc:spChg chg="add mod">
          <ac:chgData name="Ayhan Karaman" userId="ec277a7f08761a62" providerId="LiveId" clId="{CBFD357C-8F92-4D88-94FF-A7AFF685E8E3}" dt="2026-09-06T01:22:52.308" v="76" actId="20577"/>
          <ac:spMkLst>
            <pc:docMk/>
            <pc:sldMk cId="2702794919" sldId="264"/>
            <ac:spMk id="10" creationId="{CB0076CA-2B77-37BC-A3CC-D73616A7C50B}"/>
          </ac:spMkLst>
        </pc:spChg>
        <pc:spChg chg="add mod">
          <ac:chgData name="Ayhan Karaman" userId="ec277a7f08761a62" providerId="LiveId" clId="{CBFD357C-8F92-4D88-94FF-A7AFF685E8E3}" dt="2026-09-06T01:19:09.786" v="8"/>
          <ac:spMkLst>
            <pc:docMk/>
            <pc:sldMk cId="2702794919" sldId="264"/>
            <ac:spMk id="11" creationId="{CC133AA7-6B40-E5BF-5C7B-DF5E8121FA16}"/>
          </ac:spMkLst>
        </pc:spChg>
        <pc:spChg chg="add mod">
          <ac:chgData name="Ayhan Karaman" userId="ec277a7f08761a62" providerId="LiveId" clId="{CBFD357C-8F92-4D88-94FF-A7AFF685E8E3}" dt="2026-09-06T01:24:32.881" v="104" actId="20577"/>
          <ac:spMkLst>
            <pc:docMk/>
            <pc:sldMk cId="2702794919" sldId="264"/>
            <ac:spMk id="12" creationId="{2D074D9A-A2F0-A4FF-2C61-A81F38431ED9}"/>
          </ac:spMkLst>
        </pc:spChg>
        <pc:spChg chg="add mod">
          <ac:chgData name="Ayhan Karaman" userId="ec277a7f08761a62" providerId="LiveId" clId="{CBFD357C-8F92-4D88-94FF-A7AFF685E8E3}" dt="2026-09-06T01:25:45.908" v="121" actId="20577"/>
          <ac:spMkLst>
            <pc:docMk/>
            <pc:sldMk cId="2702794919" sldId="264"/>
            <ac:spMk id="13" creationId="{C766A4B3-36C5-EE21-BC2A-D7A92E0742E9}"/>
          </ac:spMkLst>
        </pc:spChg>
      </pc:sldChg>
      <pc:sldChg chg="addSp modSp mod">
        <pc:chgData name="Ayhan Karaman" userId="ec277a7f08761a62" providerId="LiveId" clId="{CBFD357C-8F92-4D88-94FF-A7AFF685E8E3}" dt="2026-09-06T01:35:43.895" v="322" actId="20577"/>
        <pc:sldMkLst>
          <pc:docMk/>
          <pc:sldMk cId="3510619492" sldId="265"/>
        </pc:sldMkLst>
        <pc:spChg chg="add mod">
          <ac:chgData name="Ayhan Karaman" userId="ec277a7f08761a62" providerId="LiveId" clId="{CBFD357C-8F92-4D88-94FF-A7AFF685E8E3}" dt="2026-09-06T01:28:14.525" v="137" actId="20577"/>
          <ac:spMkLst>
            <pc:docMk/>
            <pc:sldMk cId="3510619492" sldId="265"/>
            <ac:spMk id="3" creationId="{82144A74-894B-38C1-98F5-A9CE3151786D}"/>
          </ac:spMkLst>
        </pc:spChg>
        <pc:spChg chg="add mod">
          <ac:chgData name="Ayhan Karaman" userId="ec277a7f08761a62" providerId="LiveId" clId="{CBFD357C-8F92-4D88-94FF-A7AFF685E8E3}" dt="2026-09-06T01:32:41.102" v="240" actId="20577"/>
          <ac:spMkLst>
            <pc:docMk/>
            <pc:sldMk cId="3510619492" sldId="265"/>
            <ac:spMk id="6" creationId="{6485F9D5-5356-1773-DE2C-0AF6AA2759EF}"/>
          </ac:spMkLst>
        </pc:spChg>
        <pc:spChg chg="add mod">
          <ac:chgData name="Ayhan Karaman" userId="ec277a7f08761a62" providerId="LiveId" clId="{CBFD357C-8F92-4D88-94FF-A7AFF685E8E3}" dt="2026-09-06T01:32:58.924" v="257" actId="20577"/>
          <ac:spMkLst>
            <pc:docMk/>
            <pc:sldMk cId="3510619492" sldId="265"/>
            <ac:spMk id="10" creationId="{FAC8DE33-11CB-4126-4FAF-484210B1773E}"/>
          </ac:spMkLst>
        </pc:spChg>
        <pc:spChg chg="add mod">
          <ac:chgData name="Ayhan Karaman" userId="ec277a7f08761a62" providerId="LiveId" clId="{CBFD357C-8F92-4D88-94FF-A7AFF685E8E3}" dt="2026-09-06T01:28:42.933" v="146" actId="20577"/>
          <ac:spMkLst>
            <pc:docMk/>
            <pc:sldMk cId="3510619492" sldId="265"/>
            <ac:spMk id="11" creationId="{A344AB4F-529D-EF9A-B3F2-E75CCA5044C2}"/>
          </ac:spMkLst>
        </pc:spChg>
        <pc:spChg chg="add mod">
          <ac:chgData name="Ayhan Karaman" userId="ec277a7f08761a62" providerId="LiveId" clId="{CBFD357C-8F92-4D88-94FF-A7AFF685E8E3}" dt="2026-09-06T01:35:19.408" v="294" actId="14100"/>
          <ac:spMkLst>
            <pc:docMk/>
            <pc:sldMk cId="3510619492" sldId="265"/>
            <ac:spMk id="12" creationId="{93D6236E-0BE6-126C-8E38-D1362B8706A9}"/>
          </ac:spMkLst>
        </pc:spChg>
        <pc:spChg chg="add mod">
          <ac:chgData name="Ayhan Karaman" userId="ec277a7f08761a62" providerId="LiveId" clId="{CBFD357C-8F92-4D88-94FF-A7AFF685E8E3}" dt="2026-09-06T01:35:43.895" v="322" actId="20577"/>
          <ac:spMkLst>
            <pc:docMk/>
            <pc:sldMk cId="3510619492" sldId="265"/>
            <ac:spMk id="13" creationId="{C0AB2F71-4E8F-BC20-264E-4BC959771FFD}"/>
          </ac:spMkLst>
        </pc:spChg>
        <pc:spChg chg="add mod">
          <ac:chgData name="Ayhan Karaman" userId="ec277a7f08761a62" providerId="LiveId" clId="{CBFD357C-8F92-4D88-94FF-A7AFF685E8E3}" dt="2026-09-06T01:28:02.793" v="131" actId="571"/>
          <ac:spMkLst>
            <pc:docMk/>
            <pc:sldMk cId="3510619492" sldId="265"/>
            <ac:spMk id="14" creationId="{93111C23-5E23-69C2-DF86-861A738A0234}"/>
          </ac:spMkLst>
        </pc:spChg>
        <pc:spChg chg="add mod">
          <ac:chgData name="Ayhan Karaman" userId="ec277a7f08761a62" providerId="LiveId" clId="{CBFD357C-8F92-4D88-94FF-A7AFF685E8E3}" dt="2026-09-06T01:30:55.011" v="186" actId="20577"/>
          <ac:spMkLst>
            <pc:docMk/>
            <pc:sldMk cId="3510619492" sldId="265"/>
            <ac:spMk id="15" creationId="{4A7CF6DD-2B92-F5BE-5F89-CB11BBB5E117}"/>
          </ac:spMkLst>
        </pc:spChg>
        <pc:spChg chg="add mod">
          <ac:chgData name="Ayhan Karaman" userId="ec277a7f08761a62" providerId="LiveId" clId="{CBFD357C-8F92-4D88-94FF-A7AFF685E8E3}" dt="2026-09-06T01:31:24.443" v="217" actId="20577"/>
          <ac:spMkLst>
            <pc:docMk/>
            <pc:sldMk cId="3510619492" sldId="265"/>
            <ac:spMk id="16" creationId="{276CE77E-52BE-6BAA-BB51-AEC7CE8DB5BD}"/>
          </ac:spMkLst>
        </pc:spChg>
        <pc:spChg chg="add mod">
          <ac:chgData name="Ayhan Karaman" userId="ec277a7f08761a62" providerId="LiveId" clId="{CBFD357C-8F92-4D88-94FF-A7AFF685E8E3}" dt="2026-09-06T01:28:34.013" v="139" actId="571"/>
          <ac:spMkLst>
            <pc:docMk/>
            <pc:sldMk cId="3510619492" sldId="265"/>
            <ac:spMk id="17" creationId="{E1CB12D4-378F-11D2-565A-FF0C228C2546}"/>
          </ac:spMkLst>
        </pc:spChg>
        <pc:spChg chg="add mod">
          <ac:chgData name="Ayhan Karaman" userId="ec277a7f08761a62" providerId="LiveId" clId="{CBFD357C-8F92-4D88-94FF-A7AFF685E8E3}" dt="2026-09-06T01:28:34.013" v="139" actId="571"/>
          <ac:spMkLst>
            <pc:docMk/>
            <pc:sldMk cId="3510619492" sldId="265"/>
            <ac:spMk id="18" creationId="{27119F37-1276-188C-F0CF-5464133F0736}"/>
          </ac:spMkLst>
        </pc:spChg>
        <pc:spChg chg="add mod">
          <ac:chgData name="Ayhan Karaman" userId="ec277a7f08761a62" providerId="LiveId" clId="{CBFD357C-8F92-4D88-94FF-A7AFF685E8E3}" dt="2026-09-06T01:28:34.013" v="139" actId="571"/>
          <ac:spMkLst>
            <pc:docMk/>
            <pc:sldMk cId="3510619492" sldId="265"/>
            <ac:spMk id="19" creationId="{17BEFFFD-1E1B-3AFC-CBDC-554A5FA521A2}"/>
          </ac:spMkLst>
        </pc:spChg>
      </pc:sldChg>
      <pc:sldChg chg="addSp modSp mod">
        <pc:chgData name="Ayhan Karaman" userId="ec277a7f08761a62" providerId="LiveId" clId="{CBFD357C-8F92-4D88-94FF-A7AFF685E8E3}" dt="2026-09-06T01:41:12.564" v="502" actId="20577"/>
        <pc:sldMkLst>
          <pc:docMk/>
          <pc:sldMk cId="2334713504" sldId="266"/>
        </pc:sldMkLst>
        <pc:spChg chg="add mod">
          <ac:chgData name="Ayhan Karaman" userId="ec277a7f08761a62" providerId="LiveId" clId="{CBFD357C-8F92-4D88-94FF-A7AFF685E8E3}" dt="2026-09-06T01:36:52.249" v="345" actId="20577"/>
          <ac:spMkLst>
            <pc:docMk/>
            <pc:sldMk cId="2334713504" sldId="266"/>
            <ac:spMk id="6" creationId="{799B0842-999C-8615-F322-C18681BCD3DC}"/>
          </ac:spMkLst>
        </pc:spChg>
        <pc:spChg chg="add mod">
          <ac:chgData name="Ayhan Karaman" userId="ec277a7f08761a62" providerId="LiveId" clId="{CBFD357C-8F92-4D88-94FF-A7AFF685E8E3}" dt="2026-09-06T01:37:54.718" v="382" actId="20577"/>
          <ac:spMkLst>
            <pc:docMk/>
            <pc:sldMk cId="2334713504" sldId="266"/>
            <ac:spMk id="9" creationId="{C18C3DFC-2675-CF4A-AA0D-3F527FCE5185}"/>
          </ac:spMkLst>
        </pc:spChg>
        <pc:spChg chg="add mod">
          <ac:chgData name="Ayhan Karaman" userId="ec277a7f08761a62" providerId="LiveId" clId="{CBFD357C-8F92-4D88-94FF-A7AFF685E8E3}" dt="2026-09-06T01:38:22.090" v="403" actId="20577"/>
          <ac:spMkLst>
            <pc:docMk/>
            <pc:sldMk cId="2334713504" sldId="266"/>
            <ac:spMk id="10" creationId="{C3CCC768-D77B-805F-3790-159790E6B439}"/>
          </ac:spMkLst>
        </pc:spChg>
        <pc:spChg chg="add mod">
          <ac:chgData name="Ayhan Karaman" userId="ec277a7f08761a62" providerId="LiveId" clId="{CBFD357C-8F92-4D88-94FF-A7AFF685E8E3}" dt="2026-09-06T01:36:58.546" v="353" actId="20577"/>
          <ac:spMkLst>
            <pc:docMk/>
            <pc:sldMk cId="2334713504" sldId="266"/>
            <ac:spMk id="11" creationId="{443DC411-7966-8D5D-62A2-28602D021630}"/>
          </ac:spMkLst>
        </pc:spChg>
        <pc:spChg chg="add mod">
          <ac:chgData name="Ayhan Karaman" userId="ec277a7f08761a62" providerId="LiveId" clId="{CBFD357C-8F92-4D88-94FF-A7AFF685E8E3}" dt="2026-09-06T01:40:34.543" v="447" actId="20577"/>
          <ac:spMkLst>
            <pc:docMk/>
            <pc:sldMk cId="2334713504" sldId="266"/>
            <ac:spMk id="12" creationId="{242FC698-6075-9DCC-159D-6F1FB9AAFDFD}"/>
          </ac:spMkLst>
        </pc:spChg>
        <pc:spChg chg="add mod">
          <ac:chgData name="Ayhan Karaman" userId="ec277a7f08761a62" providerId="LiveId" clId="{CBFD357C-8F92-4D88-94FF-A7AFF685E8E3}" dt="2026-09-06T01:41:12.564" v="502" actId="20577"/>
          <ac:spMkLst>
            <pc:docMk/>
            <pc:sldMk cId="2334713504" sldId="266"/>
            <ac:spMk id="13" creationId="{9122CF18-F0FC-3F68-566C-94B47D65EF23}"/>
          </ac:spMkLst>
        </pc:spChg>
      </pc:sldChg>
      <pc:sldChg chg="addSp modSp mod">
        <pc:chgData name="Ayhan Karaman" userId="ec277a7f08761a62" providerId="LiveId" clId="{CBFD357C-8F92-4D88-94FF-A7AFF685E8E3}" dt="2026-09-09T23:31:24.943" v="621" actId="20577"/>
        <pc:sldMkLst>
          <pc:docMk/>
          <pc:sldMk cId="867089931" sldId="267"/>
        </pc:sldMkLst>
        <pc:spChg chg="add mod">
          <ac:chgData name="Ayhan Karaman" userId="ec277a7f08761a62" providerId="LiveId" clId="{CBFD357C-8F92-4D88-94FF-A7AFF685E8E3}" dt="2026-09-09T23:29:15.857" v="557" actId="1076"/>
          <ac:spMkLst>
            <pc:docMk/>
            <pc:sldMk cId="867089931" sldId="267"/>
            <ac:spMk id="3" creationId="{8B7060DF-2A7A-F63E-A901-D62DC998F296}"/>
          </ac:spMkLst>
        </pc:spChg>
        <pc:spChg chg="add mod">
          <ac:chgData name="Ayhan Karaman" userId="ec277a7f08761a62" providerId="LiveId" clId="{CBFD357C-8F92-4D88-94FF-A7AFF685E8E3}" dt="2026-09-09T23:29:20.427" v="558" actId="1076"/>
          <ac:spMkLst>
            <pc:docMk/>
            <pc:sldMk cId="867089931" sldId="267"/>
            <ac:spMk id="6" creationId="{E02432A8-3EDD-F375-BF2C-A4425B873D2A}"/>
          </ac:spMkLst>
        </pc:spChg>
        <pc:spChg chg="add mod">
          <ac:chgData name="Ayhan Karaman" userId="ec277a7f08761a62" providerId="LiveId" clId="{CBFD357C-8F92-4D88-94FF-A7AFF685E8E3}" dt="2026-09-09T23:29:24.523" v="559" actId="1076"/>
          <ac:spMkLst>
            <pc:docMk/>
            <pc:sldMk cId="867089931" sldId="267"/>
            <ac:spMk id="10" creationId="{5CB9E22E-E8A5-418C-F732-B2DADECFC7CD}"/>
          </ac:spMkLst>
        </pc:spChg>
        <pc:spChg chg="add mod">
          <ac:chgData name="Ayhan Karaman" userId="ec277a7f08761a62" providerId="LiveId" clId="{CBFD357C-8F92-4D88-94FF-A7AFF685E8E3}" dt="2026-09-09T23:31:04.473" v="595" actId="20577"/>
          <ac:spMkLst>
            <pc:docMk/>
            <pc:sldMk cId="867089931" sldId="267"/>
            <ac:spMk id="11" creationId="{756193AF-6E9A-B434-3DB3-81B994356130}"/>
          </ac:spMkLst>
        </pc:spChg>
        <pc:spChg chg="add mod">
          <ac:chgData name="Ayhan Karaman" userId="ec277a7f08761a62" providerId="LiveId" clId="{CBFD357C-8F92-4D88-94FF-A7AFF685E8E3}" dt="2026-09-09T23:31:24.943" v="621" actId="20577"/>
          <ac:spMkLst>
            <pc:docMk/>
            <pc:sldMk cId="867089931" sldId="267"/>
            <ac:spMk id="12" creationId="{26F0D5DA-0338-5DDC-8ED9-A60353D7016A}"/>
          </ac:spMkLst>
        </pc:spChg>
      </pc:sldChg>
      <pc:sldChg chg="addSp modSp mod">
        <pc:chgData name="Ayhan Karaman" userId="ec277a7f08761a62" providerId="LiveId" clId="{CBFD357C-8F92-4D88-94FF-A7AFF685E8E3}" dt="2026-09-09T23:35:43.159" v="774" actId="1076"/>
        <pc:sldMkLst>
          <pc:docMk/>
          <pc:sldMk cId="2155816662" sldId="268"/>
        </pc:sldMkLst>
        <pc:spChg chg="add mod">
          <ac:chgData name="Ayhan Karaman" userId="ec277a7f08761a62" providerId="LiveId" clId="{CBFD357C-8F92-4D88-94FF-A7AFF685E8E3}" dt="2026-09-09T23:31:37.478" v="622"/>
          <ac:spMkLst>
            <pc:docMk/>
            <pc:sldMk cId="2155816662" sldId="268"/>
            <ac:spMk id="3" creationId="{1CFC5862-95EC-21C8-FA65-A60214E31CD4}"/>
          </ac:spMkLst>
        </pc:spChg>
        <pc:spChg chg="add mod">
          <ac:chgData name="Ayhan Karaman" userId="ec277a7f08761a62" providerId="LiveId" clId="{CBFD357C-8F92-4D88-94FF-A7AFF685E8E3}" dt="2026-09-09T23:33:04.924" v="648" actId="20577"/>
          <ac:spMkLst>
            <pc:docMk/>
            <pc:sldMk cId="2155816662" sldId="268"/>
            <ac:spMk id="6" creationId="{FE7F2C9E-6707-4090-321F-3DF8ABBB1783}"/>
          </ac:spMkLst>
        </pc:spChg>
        <pc:spChg chg="add mod">
          <ac:chgData name="Ayhan Karaman" userId="ec277a7f08761a62" providerId="LiveId" clId="{CBFD357C-8F92-4D88-94FF-A7AFF685E8E3}" dt="2026-09-09T23:33:20.778" v="674" actId="20577"/>
          <ac:spMkLst>
            <pc:docMk/>
            <pc:sldMk cId="2155816662" sldId="268"/>
            <ac:spMk id="10" creationId="{7199B9BC-BE8B-EB87-4A32-E6376E1C4334}"/>
          </ac:spMkLst>
        </pc:spChg>
        <pc:spChg chg="add mod">
          <ac:chgData name="Ayhan Karaman" userId="ec277a7f08761a62" providerId="LiveId" clId="{CBFD357C-8F92-4D88-94FF-A7AFF685E8E3}" dt="2026-09-09T23:35:43.159" v="774" actId="1076"/>
          <ac:spMkLst>
            <pc:docMk/>
            <pc:sldMk cId="2155816662" sldId="268"/>
            <ac:spMk id="11" creationId="{24BA7104-E62C-FB4C-5C9D-8F9220720BD8}"/>
          </ac:spMkLst>
        </pc:spChg>
        <pc:spChg chg="add mod">
          <ac:chgData name="Ayhan Karaman" userId="ec277a7f08761a62" providerId="LiveId" clId="{CBFD357C-8F92-4D88-94FF-A7AFF685E8E3}" dt="2026-09-09T23:35:37.716" v="773" actId="14100"/>
          <ac:spMkLst>
            <pc:docMk/>
            <pc:sldMk cId="2155816662" sldId="268"/>
            <ac:spMk id="12" creationId="{40B68953-278F-A5E5-D33A-8CA07F38431D}"/>
          </ac:spMkLst>
        </pc:spChg>
      </pc:sldChg>
      <pc:sldChg chg="addSp modSp mod">
        <pc:chgData name="Ayhan Karaman" userId="ec277a7f08761a62" providerId="LiveId" clId="{CBFD357C-8F92-4D88-94FF-A7AFF685E8E3}" dt="2026-09-09T23:41:51.237" v="942" actId="20577"/>
        <pc:sldMkLst>
          <pc:docMk/>
          <pc:sldMk cId="1671729752" sldId="269"/>
        </pc:sldMkLst>
        <pc:spChg chg="add mod">
          <ac:chgData name="Ayhan Karaman" userId="ec277a7f08761a62" providerId="LiveId" clId="{CBFD357C-8F92-4D88-94FF-A7AFF685E8E3}" dt="2026-09-09T23:36:10.449" v="775"/>
          <ac:spMkLst>
            <pc:docMk/>
            <pc:sldMk cId="1671729752" sldId="269"/>
            <ac:spMk id="3" creationId="{FA3F2841-4E54-EF1E-52A9-6F6D297748DF}"/>
          </ac:spMkLst>
        </pc:spChg>
        <pc:spChg chg="add mod">
          <ac:chgData name="Ayhan Karaman" userId="ec277a7f08761a62" providerId="LiveId" clId="{CBFD357C-8F92-4D88-94FF-A7AFF685E8E3}" dt="2026-09-09T23:36:10.449" v="775"/>
          <ac:spMkLst>
            <pc:docMk/>
            <pc:sldMk cId="1671729752" sldId="269"/>
            <ac:spMk id="6" creationId="{F49DAFA9-CED8-C505-D3DD-1A28909CFE80}"/>
          </ac:spMkLst>
        </pc:spChg>
        <pc:spChg chg="add mod">
          <ac:chgData name="Ayhan Karaman" userId="ec277a7f08761a62" providerId="LiveId" clId="{CBFD357C-8F92-4D88-94FF-A7AFF685E8E3}" dt="2026-09-09T23:36:10.449" v="775"/>
          <ac:spMkLst>
            <pc:docMk/>
            <pc:sldMk cId="1671729752" sldId="269"/>
            <ac:spMk id="10" creationId="{51F64ECB-B307-A513-4C6D-8E9FD631F36E}"/>
          </ac:spMkLst>
        </pc:spChg>
        <pc:spChg chg="add mod">
          <ac:chgData name="Ayhan Karaman" userId="ec277a7f08761a62" providerId="LiveId" clId="{CBFD357C-8F92-4D88-94FF-A7AFF685E8E3}" dt="2026-09-09T23:36:28.006" v="777" actId="20577"/>
          <ac:spMkLst>
            <pc:docMk/>
            <pc:sldMk cId="1671729752" sldId="269"/>
            <ac:spMk id="11" creationId="{088412FE-8B65-D1F2-78D3-8A0F765227EC}"/>
          </ac:spMkLst>
        </pc:spChg>
        <pc:spChg chg="add mod">
          <ac:chgData name="Ayhan Karaman" userId="ec277a7f08761a62" providerId="LiveId" clId="{CBFD357C-8F92-4D88-94FF-A7AFF685E8E3}" dt="2026-09-09T23:36:10.449" v="775"/>
          <ac:spMkLst>
            <pc:docMk/>
            <pc:sldMk cId="1671729752" sldId="269"/>
            <ac:spMk id="12" creationId="{4A71BD03-EB07-AAC5-E31B-5CB6900BC074}"/>
          </ac:spMkLst>
        </pc:spChg>
        <pc:spChg chg="add mod">
          <ac:chgData name="Ayhan Karaman" userId="ec277a7f08761a62" providerId="LiveId" clId="{CBFD357C-8F92-4D88-94FF-A7AFF685E8E3}" dt="2026-09-09T23:37:04.344" v="799" actId="20577"/>
          <ac:spMkLst>
            <pc:docMk/>
            <pc:sldMk cId="1671729752" sldId="269"/>
            <ac:spMk id="13" creationId="{E725CA31-5909-3E34-A82A-43DBBD315E32}"/>
          </ac:spMkLst>
        </pc:spChg>
        <pc:spChg chg="add mod">
          <ac:chgData name="Ayhan Karaman" userId="ec277a7f08761a62" providerId="LiveId" clId="{CBFD357C-8F92-4D88-94FF-A7AFF685E8E3}" dt="2026-09-09T23:41:13.612" v="911" actId="20577"/>
          <ac:spMkLst>
            <pc:docMk/>
            <pc:sldMk cId="1671729752" sldId="269"/>
            <ac:spMk id="14" creationId="{9AFA29D9-E02A-A727-AA1E-2F89206EBB96}"/>
          </ac:spMkLst>
        </pc:spChg>
        <pc:spChg chg="add mod">
          <ac:chgData name="Ayhan Karaman" userId="ec277a7f08761a62" providerId="LiveId" clId="{CBFD357C-8F92-4D88-94FF-A7AFF685E8E3}" dt="2026-09-09T23:39:50.976" v="880" actId="20577"/>
          <ac:spMkLst>
            <pc:docMk/>
            <pc:sldMk cId="1671729752" sldId="269"/>
            <ac:spMk id="15" creationId="{3FBAE9AA-0A2C-AADC-6081-2C3DC8A185C3}"/>
          </ac:spMkLst>
        </pc:spChg>
        <pc:spChg chg="add mod">
          <ac:chgData name="Ayhan Karaman" userId="ec277a7f08761a62" providerId="LiveId" clId="{CBFD357C-8F92-4D88-94FF-A7AFF685E8E3}" dt="2026-09-09T23:37:12.164" v="814" actId="20577"/>
          <ac:spMkLst>
            <pc:docMk/>
            <pc:sldMk cId="1671729752" sldId="269"/>
            <ac:spMk id="16" creationId="{15ED020D-8E2B-27B0-574D-5AA8496507E4}"/>
          </ac:spMkLst>
        </pc:spChg>
        <pc:spChg chg="add mod">
          <ac:chgData name="Ayhan Karaman" userId="ec277a7f08761a62" providerId="LiveId" clId="{CBFD357C-8F92-4D88-94FF-A7AFF685E8E3}" dt="2026-09-09T23:41:35.189" v="920" actId="20577"/>
          <ac:spMkLst>
            <pc:docMk/>
            <pc:sldMk cId="1671729752" sldId="269"/>
            <ac:spMk id="17" creationId="{E2362809-7658-CAD1-D1BD-DED21642C158}"/>
          </ac:spMkLst>
        </pc:spChg>
        <pc:spChg chg="add mod">
          <ac:chgData name="Ayhan Karaman" userId="ec277a7f08761a62" providerId="LiveId" clId="{CBFD357C-8F92-4D88-94FF-A7AFF685E8E3}" dt="2026-09-09T23:41:51.237" v="942" actId="20577"/>
          <ac:spMkLst>
            <pc:docMk/>
            <pc:sldMk cId="1671729752" sldId="269"/>
            <ac:spMk id="18" creationId="{33F84081-D7E9-6E67-4344-6A49B312A9E1}"/>
          </ac:spMkLst>
        </pc:spChg>
      </pc:sldChg>
      <pc:sldChg chg="addSp modSp mod">
        <pc:chgData name="Ayhan Karaman" userId="ec277a7f08761a62" providerId="LiveId" clId="{CBFD357C-8F92-4D88-94FF-A7AFF685E8E3}" dt="2026-09-09T23:52:52.424" v="1207" actId="20577"/>
        <pc:sldMkLst>
          <pc:docMk/>
          <pc:sldMk cId="230666391" sldId="270"/>
        </pc:sldMkLst>
        <pc:spChg chg="add mod">
          <ac:chgData name="Ayhan Karaman" userId="ec277a7f08761a62" providerId="LiveId" clId="{CBFD357C-8F92-4D88-94FF-A7AFF685E8E3}" dt="2026-09-09T23:47:44.366" v="1046"/>
          <ac:spMkLst>
            <pc:docMk/>
            <pc:sldMk cId="230666391" sldId="270"/>
            <ac:spMk id="3" creationId="{5383C22D-E341-066F-75A7-19C27535530D}"/>
          </ac:spMkLst>
        </pc:spChg>
        <pc:spChg chg="add mod">
          <ac:chgData name="Ayhan Karaman" userId="ec277a7f08761a62" providerId="LiveId" clId="{CBFD357C-8F92-4D88-94FF-A7AFF685E8E3}" dt="2026-09-09T23:50:52.778" v="1147" actId="403"/>
          <ac:spMkLst>
            <pc:docMk/>
            <pc:sldMk cId="230666391" sldId="270"/>
            <ac:spMk id="6" creationId="{CFCB837A-4C75-A9E2-4DA8-0E0171B634EA}"/>
          </ac:spMkLst>
        </pc:spChg>
        <pc:spChg chg="add mod">
          <ac:chgData name="Ayhan Karaman" userId="ec277a7f08761a62" providerId="LiveId" clId="{CBFD357C-8F92-4D88-94FF-A7AFF685E8E3}" dt="2026-09-09T23:51:00.094" v="1148" actId="1076"/>
          <ac:spMkLst>
            <pc:docMk/>
            <pc:sldMk cId="230666391" sldId="270"/>
            <ac:spMk id="10" creationId="{D403B7B3-9272-072C-6E00-AB11B81E4068}"/>
          </ac:spMkLst>
        </pc:spChg>
        <pc:spChg chg="add mod">
          <ac:chgData name="Ayhan Karaman" userId="ec277a7f08761a62" providerId="LiveId" clId="{CBFD357C-8F92-4D88-94FF-A7AFF685E8E3}" dt="2026-09-09T23:50:39.077" v="1145" actId="20577"/>
          <ac:spMkLst>
            <pc:docMk/>
            <pc:sldMk cId="230666391" sldId="270"/>
            <ac:spMk id="11" creationId="{0ACA21DE-3CED-250D-6F86-71332F76B3D6}"/>
          </ac:spMkLst>
        </pc:spChg>
        <pc:spChg chg="add mod">
          <ac:chgData name="Ayhan Karaman" userId="ec277a7f08761a62" providerId="LiveId" clId="{CBFD357C-8F92-4D88-94FF-A7AFF685E8E3}" dt="2026-09-09T23:52:28.352" v="1182" actId="14100"/>
          <ac:spMkLst>
            <pc:docMk/>
            <pc:sldMk cId="230666391" sldId="270"/>
            <ac:spMk id="12" creationId="{3D88EA6D-68F8-8E02-9EAF-4F0DBC6F7AB2}"/>
          </ac:spMkLst>
        </pc:spChg>
        <pc:spChg chg="add mod">
          <ac:chgData name="Ayhan Karaman" userId="ec277a7f08761a62" providerId="LiveId" clId="{CBFD357C-8F92-4D88-94FF-A7AFF685E8E3}" dt="2026-09-09T23:52:52.424" v="1207" actId="20577"/>
          <ac:spMkLst>
            <pc:docMk/>
            <pc:sldMk cId="230666391" sldId="270"/>
            <ac:spMk id="13" creationId="{12E07C86-93EE-7684-31EE-C88A51C6D5C6}"/>
          </ac:spMkLst>
        </pc:spChg>
      </pc:sldChg>
      <pc:sldChg chg="addSp delSp modSp mod">
        <pc:chgData name="Ayhan Karaman" userId="ec277a7f08761a62" providerId="LiveId" clId="{CBFD357C-8F92-4D88-94FF-A7AFF685E8E3}" dt="2026-09-09T23:47:12.224" v="1045" actId="14100"/>
        <pc:sldMkLst>
          <pc:docMk/>
          <pc:sldMk cId="3596893070" sldId="271"/>
        </pc:sldMkLst>
        <pc:spChg chg="add mod">
          <ac:chgData name="Ayhan Karaman" userId="ec277a7f08761a62" providerId="LiveId" clId="{CBFD357C-8F92-4D88-94FF-A7AFF685E8E3}" dt="2026-09-09T23:42:53.633" v="945" actId="1076"/>
          <ac:spMkLst>
            <pc:docMk/>
            <pc:sldMk cId="3596893070" sldId="271"/>
            <ac:spMk id="3" creationId="{3322415E-899F-D7D5-A92F-EDF3D27C65CC}"/>
          </ac:spMkLst>
        </pc:spChg>
        <pc:spChg chg="add mod">
          <ac:chgData name="Ayhan Karaman" userId="ec277a7f08761a62" providerId="LiveId" clId="{CBFD357C-8F92-4D88-94FF-A7AFF685E8E3}" dt="2026-09-09T23:47:12.224" v="1045" actId="14100"/>
          <ac:spMkLst>
            <pc:docMk/>
            <pc:sldMk cId="3596893070" sldId="271"/>
            <ac:spMk id="6" creationId="{1CDB71B0-0029-0FC4-87CB-25E67CF9FF43}"/>
          </ac:spMkLst>
        </pc:spChg>
        <pc:spChg chg="add mod">
          <ac:chgData name="Ayhan Karaman" userId="ec277a7f08761a62" providerId="LiveId" clId="{CBFD357C-8F92-4D88-94FF-A7AFF685E8E3}" dt="2026-09-09T23:47:04.011" v="1042" actId="14100"/>
          <ac:spMkLst>
            <pc:docMk/>
            <pc:sldMk cId="3596893070" sldId="271"/>
            <ac:spMk id="10" creationId="{D7A79653-B068-64C8-1354-6ADAEDF64559}"/>
          </ac:spMkLst>
        </pc:spChg>
        <pc:spChg chg="add del mod">
          <ac:chgData name="Ayhan Karaman" userId="ec277a7f08761a62" providerId="LiveId" clId="{CBFD357C-8F92-4D88-94FF-A7AFF685E8E3}" dt="2026-09-09T23:42:45.113" v="944" actId="478"/>
          <ac:spMkLst>
            <pc:docMk/>
            <pc:sldMk cId="3596893070" sldId="271"/>
            <ac:spMk id="11" creationId="{7C659EAF-4DE4-1228-EF11-2F9E0A0A51AA}"/>
          </ac:spMkLst>
        </pc:spChg>
        <pc:spChg chg="add del mod">
          <ac:chgData name="Ayhan Karaman" userId="ec277a7f08761a62" providerId="LiveId" clId="{CBFD357C-8F92-4D88-94FF-A7AFF685E8E3}" dt="2026-09-09T23:42:45.113" v="944" actId="478"/>
          <ac:spMkLst>
            <pc:docMk/>
            <pc:sldMk cId="3596893070" sldId="271"/>
            <ac:spMk id="12" creationId="{8BA77535-92A1-F485-800F-AC31F7B7D51F}"/>
          </ac:spMkLst>
        </pc:spChg>
        <pc:spChg chg="add del mod">
          <ac:chgData name="Ayhan Karaman" userId="ec277a7f08761a62" providerId="LiveId" clId="{CBFD357C-8F92-4D88-94FF-A7AFF685E8E3}" dt="2026-09-09T23:42:45.113" v="944" actId="478"/>
          <ac:spMkLst>
            <pc:docMk/>
            <pc:sldMk cId="3596893070" sldId="271"/>
            <ac:spMk id="13" creationId="{5B417BA8-8FBD-6295-A70C-4E65D164117E}"/>
          </ac:spMkLst>
        </pc:spChg>
      </pc:sldChg>
      <pc:sldChg chg="addSp modSp mod">
        <pc:chgData name="Ayhan Karaman" userId="ec277a7f08761a62" providerId="LiveId" clId="{CBFD357C-8F92-4D88-94FF-A7AFF685E8E3}" dt="2026-09-10T00:05:26.982" v="1489" actId="20577"/>
        <pc:sldMkLst>
          <pc:docMk/>
          <pc:sldMk cId="4265281997" sldId="272"/>
        </pc:sldMkLst>
        <pc:spChg chg="add mod">
          <ac:chgData name="Ayhan Karaman" userId="ec277a7f08761a62" providerId="LiveId" clId="{CBFD357C-8F92-4D88-94FF-A7AFF685E8E3}" dt="2026-09-09T23:56:03.314" v="1217" actId="20577"/>
          <ac:spMkLst>
            <pc:docMk/>
            <pc:sldMk cId="4265281997" sldId="272"/>
            <ac:spMk id="3" creationId="{D99AFECC-1A06-1A51-95BA-54F057057C9E}"/>
          </ac:spMkLst>
        </pc:spChg>
        <pc:spChg chg="add mod">
          <ac:chgData name="Ayhan Karaman" userId="ec277a7f08761a62" providerId="LiveId" clId="{CBFD357C-8F92-4D88-94FF-A7AFF685E8E3}" dt="2026-09-09T23:59:42.888" v="1302" actId="20577"/>
          <ac:spMkLst>
            <pc:docMk/>
            <pc:sldMk cId="4265281997" sldId="272"/>
            <ac:spMk id="6" creationId="{7B4810FB-E87B-D135-0EAF-C7FE5EB6A3D0}"/>
          </ac:spMkLst>
        </pc:spChg>
        <pc:spChg chg="mod">
          <ac:chgData name="Ayhan Karaman" userId="ec277a7f08761a62" providerId="LiveId" clId="{CBFD357C-8F92-4D88-94FF-A7AFF685E8E3}" dt="2026-09-10T00:03:03.640" v="1405" actId="20577"/>
          <ac:spMkLst>
            <pc:docMk/>
            <pc:sldMk cId="4265281997" sldId="272"/>
            <ac:spMk id="7" creationId="{035ECAAF-6A44-611A-A787-ED2E34D3FDD0}"/>
          </ac:spMkLst>
        </pc:spChg>
        <pc:spChg chg="add mod">
          <ac:chgData name="Ayhan Karaman" userId="ec277a7f08761a62" providerId="LiveId" clId="{CBFD357C-8F92-4D88-94FF-A7AFF685E8E3}" dt="2026-09-09T23:58:33.395" v="1297" actId="20577"/>
          <ac:spMkLst>
            <pc:docMk/>
            <pc:sldMk cId="4265281997" sldId="272"/>
            <ac:spMk id="10" creationId="{CA4B7A6D-57A0-14BC-6903-C7639B0C5878}"/>
          </ac:spMkLst>
        </pc:spChg>
        <pc:spChg chg="add mod">
          <ac:chgData name="Ayhan Karaman" userId="ec277a7f08761a62" providerId="LiveId" clId="{CBFD357C-8F92-4D88-94FF-A7AFF685E8E3}" dt="2026-09-09T23:59:06.545" v="1298" actId="1076"/>
          <ac:spMkLst>
            <pc:docMk/>
            <pc:sldMk cId="4265281997" sldId="272"/>
            <ac:spMk id="11" creationId="{374150D9-40BD-71F8-9DF8-6D20F5BC3C0C}"/>
          </ac:spMkLst>
        </pc:spChg>
        <pc:spChg chg="add mod">
          <ac:chgData name="Ayhan Karaman" userId="ec277a7f08761a62" providerId="LiveId" clId="{CBFD357C-8F92-4D88-94FF-A7AFF685E8E3}" dt="2026-09-10T00:01:40.833" v="1336" actId="20577"/>
          <ac:spMkLst>
            <pc:docMk/>
            <pc:sldMk cId="4265281997" sldId="272"/>
            <ac:spMk id="12" creationId="{C0407972-7926-ECE5-E0FA-5775C6D29843}"/>
          </ac:spMkLst>
        </pc:spChg>
        <pc:spChg chg="add mod">
          <ac:chgData name="Ayhan Karaman" userId="ec277a7f08761a62" providerId="LiveId" clId="{CBFD357C-8F92-4D88-94FF-A7AFF685E8E3}" dt="2026-09-10T00:02:09.959" v="1363" actId="20577"/>
          <ac:spMkLst>
            <pc:docMk/>
            <pc:sldMk cId="4265281997" sldId="272"/>
            <ac:spMk id="13" creationId="{BA3636F7-53C7-11C3-B133-EB0D305BA7D4}"/>
          </ac:spMkLst>
        </pc:spChg>
        <pc:spChg chg="add mod">
          <ac:chgData name="Ayhan Karaman" userId="ec277a7f08761a62" providerId="LiveId" clId="{CBFD357C-8F92-4D88-94FF-A7AFF685E8E3}" dt="2026-09-10T00:05:26.982" v="1489" actId="20577"/>
          <ac:spMkLst>
            <pc:docMk/>
            <pc:sldMk cId="4265281997" sldId="272"/>
            <ac:spMk id="14" creationId="{9A4ECD69-DCD0-7354-9195-730DD3F4FFF2}"/>
          </ac:spMkLst>
        </pc:spChg>
        <pc:spChg chg="add mod">
          <ac:chgData name="Ayhan Karaman" userId="ec277a7f08761a62" providerId="LiveId" clId="{CBFD357C-8F92-4D88-94FF-A7AFF685E8E3}" dt="2026-09-10T00:04:12.515" v="1431" actId="20577"/>
          <ac:spMkLst>
            <pc:docMk/>
            <pc:sldMk cId="4265281997" sldId="272"/>
            <ac:spMk id="15" creationId="{A01C367B-7F02-6933-0CE8-16C48EF75434}"/>
          </ac:spMkLst>
        </pc:spChg>
        <pc:spChg chg="add mod">
          <ac:chgData name="Ayhan Karaman" userId="ec277a7f08761a62" providerId="LiveId" clId="{CBFD357C-8F92-4D88-94FF-A7AFF685E8E3}" dt="2026-09-10T00:05:19.166" v="1480" actId="14100"/>
          <ac:spMkLst>
            <pc:docMk/>
            <pc:sldMk cId="4265281997" sldId="272"/>
            <ac:spMk id="16" creationId="{B3D58810-BA54-8762-06DA-23F6A7EECE26}"/>
          </ac:spMkLst>
        </pc:spChg>
      </pc:sldChg>
      <pc:sldChg chg="addSp delSp modSp mod">
        <pc:chgData name="Ayhan Karaman" userId="ec277a7f08761a62" providerId="LiveId" clId="{CBFD357C-8F92-4D88-94FF-A7AFF685E8E3}" dt="2026-09-10T00:09:52.727" v="1598" actId="20577"/>
        <pc:sldMkLst>
          <pc:docMk/>
          <pc:sldMk cId="848089597" sldId="273"/>
        </pc:sldMkLst>
        <pc:spChg chg="add mod">
          <ac:chgData name="Ayhan Karaman" userId="ec277a7f08761a62" providerId="LiveId" clId="{CBFD357C-8F92-4D88-94FF-A7AFF685E8E3}" dt="2026-09-10T00:07:32.754" v="1517" actId="1076"/>
          <ac:spMkLst>
            <pc:docMk/>
            <pc:sldMk cId="848089597" sldId="273"/>
            <ac:spMk id="3" creationId="{8A2F94F4-3899-EBD3-726F-414C61C7870E}"/>
          </ac:spMkLst>
        </pc:spChg>
        <pc:spChg chg="add mod">
          <ac:chgData name="Ayhan Karaman" userId="ec277a7f08761a62" providerId="LiveId" clId="{CBFD357C-8F92-4D88-94FF-A7AFF685E8E3}" dt="2026-09-10T00:09:23.824" v="1581" actId="1076"/>
          <ac:spMkLst>
            <pc:docMk/>
            <pc:sldMk cId="848089597" sldId="273"/>
            <ac:spMk id="6" creationId="{F532CA6B-CC21-AB75-C253-6E684B64597C}"/>
          </ac:spMkLst>
        </pc:spChg>
        <pc:spChg chg="add mod">
          <ac:chgData name="Ayhan Karaman" userId="ec277a7f08761a62" providerId="LiveId" clId="{CBFD357C-8F92-4D88-94FF-A7AFF685E8E3}" dt="2026-09-10T00:09:23.824" v="1581" actId="1076"/>
          <ac:spMkLst>
            <pc:docMk/>
            <pc:sldMk cId="848089597" sldId="273"/>
            <ac:spMk id="10" creationId="{C58E938B-D441-DFF8-0128-7EB36F678159}"/>
          </ac:spMkLst>
        </pc:spChg>
        <pc:spChg chg="add del mod">
          <ac:chgData name="Ayhan Karaman" userId="ec277a7f08761a62" providerId="LiveId" clId="{CBFD357C-8F92-4D88-94FF-A7AFF685E8E3}" dt="2026-09-10T00:08:12.032" v="1557" actId="478"/>
          <ac:spMkLst>
            <pc:docMk/>
            <pc:sldMk cId="848089597" sldId="273"/>
            <ac:spMk id="11" creationId="{C2BD97CF-7892-91DF-FD4D-98B6D4F97933}"/>
          </ac:spMkLst>
        </pc:spChg>
        <pc:spChg chg="add del mod">
          <ac:chgData name="Ayhan Karaman" userId="ec277a7f08761a62" providerId="LiveId" clId="{CBFD357C-8F92-4D88-94FF-A7AFF685E8E3}" dt="2026-09-10T00:08:14.337" v="1558" actId="478"/>
          <ac:spMkLst>
            <pc:docMk/>
            <pc:sldMk cId="848089597" sldId="273"/>
            <ac:spMk id="12" creationId="{46B28FE6-6CAD-DCC9-7789-7B4070C3192A}"/>
          </ac:spMkLst>
        </pc:spChg>
        <pc:spChg chg="add del mod">
          <ac:chgData name="Ayhan Karaman" userId="ec277a7f08761a62" providerId="LiveId" clId="{CBFD357C-8F92-4D88-94FF-A7AFF685E8E3}" dt="2026-09-10T00:08:16.257" v="1559" actId="478"/>
          <ac:spMkLst>
            <pc:docMk/>
            <pc:sldMk cId="848089597" sldId="273"/>
            <ac:spMk id="13" creationId="{974E451E-D658-B45D-E107-8A2540FCCC3D}"/>
          </ac:spMkLst>
        </pc:spChg>
        <pc:spChg chg="add mod">
          <ac:chgData name="Ayhan Karaman" userId="ec277a7f08761a62" providerId="LiveId" clId="{CBFD357C-8F92-4D88-94FF-A7AFF685E8E3}" dt="2026-09-10T00:09:16.587" v="1578" actId="20577"/>
          <ac:spMkLst>
            <pc:docMk/>
            <pc:sldMk cId="848089597" sldId="273"/>
            <ac:spMk id="14" creationId="{413E5B26-81CC-85D7-B2D2-3829E333EE96}"/>
          </ac:spMkLst>
        </pc:spChg>
        <pc:spChg chg="add mod">
          <ac:chgData name="Ayhan Karaman" userId="ec277a7f08761a62" providerId="LiveId" clId="{CBFD357C-8F92-4D88-94FF-A7AFF685E8E3}" dt="2026-09-10T00:09:52.727" v="1598" actId="20577"/>
          <ac:spMkLst>
            <pc:docMk/>
            <pc:sldMk cId="848089597" sldId="273"/>
            <ac:spMk id="15" creationId="{9090AD23-5044-668F-F012-B1021FDCADF0}"/>
          </ac:spMkLst>
        </pc:spChg>
      </pc:sldChg>
      <pc:sldChg chg="addSp delSp modSp mod">
        <pc:chgData name="Ayhan Karaman" userId="ec277a7f08761a62" providerId="LiveId" clId="{CBFD357C-8F92-4D88-94FF-A7AFF685E8E3}" dt="2026-09-10T00:22:21.238" v="1880" actId="478"/>
        <pc:sldMkLst>
          <pc:docMk/>
          <pc:sldMk cId="4006609543" sldId="274"/>
        </pc:sldMkLst>
        <pc:spChg chg="add mod">
          <ac:chgData name="Ayhan Karaman" userId="ec277a7f08761a62" providerId="LiveId" clId="{CBFD357C-8F92-4D88-94FF-A7AFF685E8E3}" dt="2026-09-10T00:17:52.306" v="1743" actId="1076"/>
          <ac:spMkLst>
            <pc:docMk/>
            <pc:sldMk cId="4006609543" sldId="274"/>
            <ac:spMk id="3" creationId="{25F1822C-A65A-2AD6-A822-88BC22C7F0B8}"/>
          </ac:spMkLst>
        </pc:spChg>
        <pc:spChg chg="add mod">
          <ac:chgData name="Ayhan Karaman" userId="ec277a7f08761a62" providerId="LiveId" clId="{CBFD357C-8F92-4D88-94FF-A7AFF685E8E3}" dt="2026-09-10T00:20:09.805" v="1773" actId="20577"/>
          <ac:spMkLst>
            <pc:docMk/>
            <pc:sldMk cId="4006609543" sldId="274"/>
            <ac:spMk id="6" creationId="{95E29101-413C-1D88-6C39-09F5891FE832}"/>
          </ac:spMkLst>
        </pc:spChg>
        <pc:spChg chg="add mod">
          <ac:chgData name="Ayhan Karaman" userId="ec277a7f08761a62" providerId="LiveId" clId="{CBFD357C-8F92-4D88-94FF-A7AFF685E8E3}" dt="2026-09-10T00:20:35.143" v="1824" actId="14100"/>
          <ac:spMkLst>
            <pc:docMk/>
            <pc:sldMk cId="4006609543" sldId="274"/>
            <ac:spMk id="10" creationId="{586E817A-E968-F21C-A84C-74F5E590DD12}"/>
          </ac:spMkLst>
        </pc:spChg>
        <pc:spChg chg="add del mod">
          <ac:chgData name="Ayhan Karaman" userId="ec277a7f08761a62" providerId="LiveId" clId="{CBFD357C-8F92-4D88-94FF-A7AFF685E8E3}" dt="2026-09-10T00:11:28.352" v="1600" actId="478"/>
          <ac:spMkLst>
            <pc:docMk/>
            <pc:sldMk cId="4006609543" sldId="274"/>
            <ac:spMk id="11" creationId="{8EFCAC65-2CBE-0184-D92C-E7954FF69349}"/>
          </ac:spMkLst>
        </pc:spChg>
        <pc:spChg chg="add del mod">
          <ac:chgData name="Ayhan Karaman" userId="ec277a7f08761a62" providerId="LiveId" clId="{CBFD357C-8F92-4D88-94FF-A7AFF685E8E3}" dt="2026-09-10T00:11:28.352" v="1600" actId="478"/>
          <ac:spMkLst>
            <pc:docMk/>
            <pc:sldMk cId="4006609543" sldId="274"/>
            <ac:spMk id="12" creationId="{E403033D-7A0D-13A0-5680-A22904E1F4EA}"/>
          </ac:spMkLst>
        </pc:spChg>
        <pc:spChg chg="add del mod">
          <ac:chgData name="Ayhan Karaman" userId="ec277a7f08761a62" providerId="LiveId" clId="{CBFD357C-8F92-4D88-94FF-A7AFF685E8E3}" dt="2026-09-10T00:11:28.352" v="1600" actId="478"/>
          <ac:spMkLst>
            <pc:docMk/>
            <pc:sldMk cId="4006609543" sldId="274"/>
            <ac:spMk id="13" creationId="{CB739D7F-FD77-7E79-7302-C381CAA2AB80}"/>
          </ac:spMkLst>
        </pc:spChg>
        <pc:spChg chg="add del mod">
          <ac:chgData name="Ayhan Karaman" userId="ec277a7f08761a62" providerId="LiveId" clId="{CBFD357C-8F92-4D88-94FF-A7AFF685E8E3}" dt="2026-09-10T00:21:03.830" v="1826" actId="478"/>
          <ac:spMkLst>
            <pc:docMk/>
            <pc:sldMk cId="4006609543" sldId="274"/>
            <ac:spMk id="14" creationId="{EED7C247-5723-AA25-64B1-1BEF95EF9F50}"/>
          </ac:spMkLst>
        </pc:spChg>
        <pc:spChg chg="add mod">
          <ac:chgData name="Ayhan Karaman" userId="ec277a7f08761a62" providerId="LiveId" clId="{CBFD357C-8F92-4D88-94FF-A7AFF685E8E3}" dt="2026-09-10T00:22:14.749" v="1879" actId="20577"/>
          <ac:spMkLst>
            <pc:docMk/>
            <pc:sldMk cId="4006609543" sldId="274"/>
            <ac:spMk id="15" creationId="{56444D58-53F1-C018-ACE0-D5884D66AC5A}"/>
          </ac:spMkLst>
        </pc:spChg>
        <pc:spChg chg="add del mod">
          <ac:chgData name="Ayhan Karaman" userId="ec277a7f08761a62" providerId="LiveId" clId="{CBFD357C-8F92-4D88-94FF-A7AFF685E8E3}" dt="2026-09-10T00:22:21.238" v="1880" actId="478"/>
          <ac:spMkLst>
            <pc:docMk/>
            <pc:sldMk cId="4006609543" sldId="274"/>
            <ac:spMk id="16" creationId="{95E420FB-525D-09D3-5B01-1A3BF73579F4}"/>
          </ac:spMkLst>
        </pc:spChg>
        <pc:spChg chg="add del mod">
          <ac:chgData name="Ayhan Karaman" userId="ec277a7f08761a62" providerId="LiveId" clId="{CBFD357C-8F92-4D88-94FF-A7AFF685E8E3}" dt="2026-09-10T00:22:21.238" v="1880" actId="478"/>
          <ac:spMkLst>
            <pc:docMk/>
            <pc:sldMk cId="4006609543" sldId="274"/>
            <ac:spMk id="17" creationId="{F563E2A0-BDE9-466D-1371-631DCFFAC602}"/>
          </ac:spMkLst>
        </pc:spChg>
        <pc:spChg chg="add mod">
          <ac:chgData name="Ayhan Karaman" userId="ec277a7f08761a62" providerId="LiveId" clId="{CBFD357C-8F92-4D88-94FF-A7AFF685E8E3}" dt="2026-09-10T00:21:52.087" v="1850" actId="20577"/>
          <ac:spMkLst>
            <pc:docMk/>
            <pc:sldMk cId="4006609543" sldId="274"/>
            <ac:spMk id="18" creationId="{A32D877E-9718-3020-2609-A6A8BEA46053}"/>
          </ac:spMkLst>
        </pc:spChg>
      </pc:sldChg>
      <pc:sldChg chg="addSp modSp">
        <pc:chgData name="Ayhan Karaman" userId="ec277a7f08761a62" providerId="LiveId" clId="{CBFD357C-8F92-4D88-94FF-A7AFF685E8E3}" dt="2026-09-10T00:18:30.159" v="1745"/>
        <pc:sldMkLst>
          <pc:docMk/>
          <pc:sldMk cId="975404287" sldId="275"/>
        </pc:sldMkLst>
        <pc:spChg chg="add mod">
          <ac:chgData name="Ayhan Karaman" userId="ec277a7f08761a62" providerId="LiveId" clId="{CBFD357C-8F92-4D88-94FF-A7AFF685E8E3}" dt="2026-09-10T00:17:59.988" v="1744"/>
          <ac:spMkLst>
            <pc:docMk/>
            <pc:sldMk cId="975404287" sldId="275"/>
            <ac:spMk id="3" creationId="{D3EBE54C-E890-5EE8-0A37-1D930015F79C}"/>
          </ac:spMkLst>
        </pc:spChg>
        <pc:spChg chg="add mod">
          <ac:chgData name="Ayhan Karaman" userId="ec277a7f08761a62" providerId="LiveId" clId="{CBFD357C-8F92-4D88-94FF-A7AFF685E8E3}" dt="2026-09-10T00:17:59.988" v="1744"/>
          <ac:spMkLst>
            <pc:docMk/>
            <pc:sldMk cId="975404287" sldId="275"/>
            <ac:spMk id="6" creationId="{7787EE1D-F5C1-E2B3-010D-D6B89DB5B972}"/>
          </ac:spMkLst>
        </pc:spChg>
        <pc:spChg chg="add mod">
          <ac:chgData name="Ayhan Karaman" userId="ec277a7f08761a62" providerId="LiveId" clId="{CBFD357C-8F92-4D88-94FF-A7AFF685E8E3}" dt="2026-09-10T00:17:59.988" v="1744"/>
          <ac:spMkLst>
            <pc:docMk/>
            <pc:sldMk cId="975404287" sldId="275"/>
            <ac:spMk id="10" creationId="{D4A95A59-3A92-1E47-F607-B1515EE4D61C}"/>
          </ac:spMkLst>
        </pc:spChg>
        <pc:spChg chg="add mod">
          <ac:chgData name="Ayhan Karaman" userId="ec277a7f08761a62" providerId="LiveId" clId="{CBFD357C-8F92-4D88-94FF-A7AFF685E8E3}" dt="2026-09-10T00:17:59.988" v="1744"/>
          <ac:spMkLst>
            <pc:docMk/>
            <pc:sldMk cId="975404287" sldId="275"/>
            <ac:spMk id="11" creationId="{10E8FBDF-CD10-C568-656E-A04E50471826}"/>
          </ac:spMkLst>
        </pc:spChg>
        <pc:spChg chg="add mod">
          <ac:chgData name="Ayhan Karaman" userId="ec277a7f08761a62" providerId="LiveId" clId="{CBFD357C-8F92-4D88-94FF-A7AFF685E8E3}" dt="2026-09-10T00:17:59.988" v="1744"/>
          <ac:spMkLst>
            <pc:docMk/>
            <pc:sldMk cId="975404287" sldId="275"/>
            <ac:spMk id="12" creationId="{14A158F1-D856-3503-A164-E671DD9B3565}"/>
          </ac:spMkLst>
        </pc:spChg>
        <pc:spChg chg="add mod">
          <ac:chgData name="Ayhan Karaman" userId="ec277a7f08761a62" providerId="LiveId" clId="{CBFD357C-8F92-4D88-94FF-A7AFF685E8E3}" dt="2026-09-10T00:17:59.988" v="1744"/>
          <ac:spMkLst>
            <pc:docMk/>
            <pc:sldMk cId="975404287" sldId="275"/>
            <ac:spMk id="13" creationId="{55F0369F-F8E7-D13C-284A-53D3E7895F17}"/>
          </ac:spMkLst>
        </pc:spChg>
        <pc:spChg chg="add mod">
          <ac:chgData name="Ayhan Karaman" userId="ec277a7f08761a62" providerId="LiveId" clId="{CBFD357C-8F92-4D88-94FF-A7AFF685E8E3}" dt="2026-09-10T00:18:30.159" v="1745"/>
          <ac:spMkLst>
            <pc:docMk/>
            <pc:sldMk cId="975404287" sldId="275"/>
            <ac:spMk id="14" creationId="{03D86960-53FD-AAC9-63D0-44633BEE3D70}"/>
          </ac:spMkLst>
        </pc:spChg>
        <pc:spChg chg="add mod">
          <ac:chgData name="Ayhan Karaman" userId="ec277a7f08761a62" providerId="LiveId" clId="{CBFD357C-8F92-4D88-94FF-A7AFF685E8E3}" dt="2026-09-10T00:18:30.159" v="1745"/>
          <ac:spMkLst>
            <pc:docMk/>
            <pc:sldMk cId="975404287" sldId="275"/>
            <ac:spMk id="15" creationId="{0BD51D84-9E2D-2D69-C0F9-B236B320E0DA}"/>
          </ac:spMkLst>
        </pc:spChg>
        <pc:spChg chg="add mod">
          <ac:chgData name="Ayhan Karaman" userId="ec277a7f08761a62" providerId="LiveId" clId="{CBFD357C-8F92-4D88-94FF-A7AFF685E8E3}" dt="2026-09-10T00:18:30.159" v="1745"/>
          <ac:spMkLst>
            <pc:docMk/>
            <pc:sldMk cId="975404287" sldId="275"/>
            <ac:spMk id="16" creationId="{4E75F418-A8F3-7AE4-A436-876C196C3570}"/>
          </ac:spMkLst>
        </pc:spChg>
        <pc:spChg chg="add mod">
          <ac:chgData name="Ayhan Karaman" userId="ec277a7f08761a62" providerId="LiveId" clId="{CBFD357C-8F92-4D88-94FF-A7AFF685E8E3}" dt="2026-09-10T00:18:30.159" v="1745"/>
          <ac:spMkLst>
            <pc:docMk/>
            <pc:sldMk cId="975404287" sldId="275"/>
            <ac:spMk id="17" creationId="{DDC6E4F7-214D-FC39-98E8-B6F3740C900B}"/>
          </ac:spMkLst>
        </pc:spChg>
        <pc:spChg chg="add mod">
          <ac:chgData name="Ayhan Karaman" userId="ec277a7f08761a62" providerId="LiveId" clId="{CBFD357C-8F92-4D88-94FF-A7AFF685E8E3}" dt="2026-09-10T00:18:30.159" v="1745"/>
          <ac:spMkLst>
            <pc:docMk/>
            <pc:sldMk cId="975404287" sldId="275"/>
            <ac:spMk id="18" creationId="{A8CAB398-E376-7549-94F3-D9473D8C121F}"/>
          </ac:spMkLst>
        </pc:spChg>
        <pc:spChg chg="add mod">
          <ac:chgData name="Ayhan Karaman" userId="ec277a7f08761a62" providerId="LiveId" clId="{CBFD357C-8F92-4D88-94FF-A7AFF685E8E3}" dt="2026-09-10T00:18:30.159" v="1745"/>
          <ac:spMkLst>
            <pc:docMk/>
            <pc:sldMk cId="975404287" sldId="275"/>
            <ac:spMk id="19" creationId="{164E4CCA-9CBB-2DE4-6A0F-DB6FDEEE4E3F}"/>
          </ac:spMkLst>
        </pc:spChg>
        <pc:spChg chg="add mod">
          <ac:chgData name="Ayhan Karaman" userId="ec277a7f08761a62" providerId="LiveId" clId="{CBFD357C-8F92-4D88-94FF-A7AFF685E8E3}" dt="2026-09-10T00:18:30.159" v="1745"/>
          <ac:spMkLst>
            <pc:docMk/>
            <pc:sldMk cId="975404287" sldId="275"/>
            <ac:spMk id="20" creationId="{3EA84498-48F1-3F42-0575-1551889C5CA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235232-8B01-E8F4-7E47-5842C8A65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3AD2988-D2A7-1727-437F-9404366B5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A084068-F86E-E8AC-8D43-BAD0FD26B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5EDB904-1F6E-99FB-B983-C089EC52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71548C1-6456-5232-EDAA-E6F83741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264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C551F1-AD57-D8CA-833B-4310A9D3F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133410E-FD52-6245-5864-D4837BC65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5282353-8DA7-99C9-3D9B-3D4A481D3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3B05659-5E48-E16D-5FA4-ADA1D8EC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AA03CE0-747C-DB90-B976-09CDDCD22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1948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73FB67A-8AF2-9A5A-C4D3-006321F6E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894D0BC-A37B-462B-06B1-804CC0162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1050AC7-4B2B-8319-983F-29BCDDE07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959C55B-0A23-C136-6F47-5480FC656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8D91039-0BCA-A35D-4FE8-892DE57B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6241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DD1D06-3149-C296-EC39-0E6CEDD4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6BCED2E-7171-4D3A-5C5D-0B535DF7D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61FE503-2E0C-821C-AFB0-9D0C07926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A0174C5-E549-CAC8-487B-744DCC32D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3FC2951-D5AE-5736-118B-9BAF4B8B1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14B2183-7724-4836-F03C-DE31D672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4179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B0E271-E28E-E154-2FA8-644BC2737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CD0CDE6-948C-DDA6-E2B8-093C6A104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22C274D-9ACA-7149-8EFB-692D12B9B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242FE66-898A-5DC8-DACC-385ED2CF94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27CCDDE-B9E6-F370-02FA-0B04A8A276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DA286FD-5AF0-6599-F912-C8DB086DB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6E541F74-5D30-EA19-A7F5-4A2C893D8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0C72A07-A7CC-28B2-6248-DA35C394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208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31F4B9-791F-40F1-90A2-14D17918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2B8AFA1A-F9E0-0AEE-C017-CB6964C3E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602C828-3CBB-DBB6-20B6-B9F2CB1A0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3B2220F-053A-1725-7708-337FDB74F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173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55A3DB96-D4FC-F3AF-88B4-8C7151DE6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8E230E7-71F4-6755-DC6A-EDA3AF7A1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5FF9ED7-1981-2E93-1B97-CF9B0785D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7490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992D0C6-54B6-2BA3-76A8-99D7DC61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5F079DA-19F7-26B2-0230-AFF2F22B8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0C5F13F-4AC5-0AAF-C794-F028296FF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D32A9D2-8845-CE20-87F2-C4A26B722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E1DAA2A-6355-788A-17C5-E28840DF8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CACA501-4190-AE87-7BF3-9840868CD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199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49D6ED-E282-9B78-4876-E537D871C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D296AE09-8DCD-FC54-0A04-13E0871A4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749435A-A7E0-8B90-A05B-A0C5931DB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14347C6-E941-9D62-FB66-D860EFBE5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F9D7838-5364-0186-FB53-D037192C6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3A358EA-51EF-49CA-549F-C70E4C9F3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7038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62F0E5-BF0D-5C1D-24F4-47DBE89A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38129C7-329B-AA82-CBCE-FD924D8F0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C417773-1558-FCAB-DAB1-0B4806D48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5C3B583-25E6-25CD-E407-E40CA7757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E708256-6090-293E-A6A8-258D29541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3490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84FDC7A2-0407-E4AF-C545-6C2CBF1C93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670B019-1246-5896-9EE5-FA4BD70A7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21C0BEA-D6DB-3B44-BC54-3DE73A2B7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0F2EF2-5AD0-7A1F-3095-8A6FF57A3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43E0EA3-467E-FBB4-304D-93DE5FC93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9201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219888C3-194A-01D7-A5E0-C09033AB9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895EC72-ADB0-A421-2DCE-AB2C62D83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EC61924-4EBB-060F-0875-FE0A336810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09914-A052-41C0-AB34-A4555936D3D8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1BE1702-A22E-8992-95F3-2587258A5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A7157B2-485B-02C1-4DD9-2E0A2835EF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076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81472CB-6046-CC82-D8FE-99A8A227B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tr-TR" dirty="0"/>
              <a:t>SÜLASİ MÜCERRED BABLAR</a:t>
            </a:r>
          </a:p>
        </p:txBody>
      </p:sp>
      <p:grpSp>
        <p:nvGrpSpPr>
          <p:cNvPr id="36" name="Grup 35">
            <a:extLst>
              <a:ext uri="{FF2B5EF4-FFF2-40B4-BE49-F238E27FC236}">
                <a16:creationId xmlns:a16="http://schemas.microsoft.com/office/drawing/2014/main" id="{1ACDF3B8-6930-6C01-FAA3-EB5194D665C6}"/>
              </a:ext>
            </a:extLst>
          </p:cNvPr>
          <p:cNvGrpSpPr/>
          <p:nvPr/>
        </p:nvGrpSpPr>
        <p:grpSpPr>
          <a:xfrm>
            <a:off x="1966402" y="4081530"/>
            <a:ext cx="819510" cy="1631041"/>
            <a:chOff x="1966402" y="4081530"/>
            <a:chExt cx="819510" cy="1631041"/>
          </a:xfrm>
        </p:grpSpPr>
        <p:sp>
          <p:nvSpPr>
            <p:cNvPr id="4" name="Dikdörtgen 3">
              <a:extLst>
                <a:ext uri="{FF2B5EF4-FFF2-40B4-BE49-F238E27FC236}">
                  <a16:creationId xmlns:a16="http://schemas.microsoft.com/office/drawing/2014/main" id="{2013AE98-3AAF-FAC6-FACD-250604F22A20}"/>
                </a:ext>
              </a:extLst>
            </p:cNvPr>
            <p:cNvSpPr/>
            <p:nvPr/>
          </p:nvSpPr>
          <p:spPr>
            <a:xfrm>
              <a:off x="1966402" y="4384103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5" name="Metin kutusu 4">
              <a:extLst>
                <a:ext uri="{FF2B5EF4-FFF2-40B4-BE49-F238E27FC236}">
                  <a16:creationId xmlns:a16="http://schemas.microsoft.com/office/drawing/2014/main" id="{E4538B2D-31B3-BD3D-3336-22B955B9C0F4}"/>
                </a:ext>
              </a:extLst>
            </p:cNvPr>
            <p:cNvSpPr txBox="1"/>
            <p:nvPr/>
          </p:nvSpPr>
          <p:spPr>
            <a:xfrm>
              <a:off x="2043373" y="4486628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فَعَلَ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7" name="Metin kutusu 6">
              <a:extLst>
                <a:ext uri="{FF2B5EF4-FFF2-40B4-BE49-F238E27FC236}">
                  <a16:creationId xmlns:a16="http://schemas.microsoft.com/office/drawing/2014/main" id="{D8F6C4B3-F7C5-2F48-9CC7-962A82AA778F}"/>
                </a:ext>
              </a:extLst>
            </p:cNvPr>
            <p:cNvSpPr txBox="1"/>
            <p:nvPr/>
          </p:nvSpPr>
          <p:spPr>
            <a:xfrm>
              <a:off x="1994480" y="5099102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يَفْعُلُ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9" name="Düz Bağlayıcı 8">
              <a:extLst>
                <a:ext uri="{FF2B5EF4-FFF2-40B4-BE49-F238E27FC236}">
                  <a16:creationId xmlns:a16="http://schemas.microsoft.com/office/drawing/2014/main" id="{F0FE9E48-6AB5-DD06-A313-BB56CAF56F31}"/>
                </a:ext>
              </a:extLst>
            </p:cNvPr>
            <p:cNvCxnSpPr>
              <a:cxnSpLocks/>
              <a:stCxn id="4" idx="1"/>
              <a:endCxn id="4" idx="3"/>
            </p:cNvCxnSpPr>
            <p:nvPr/>
          </p:nvCxnSpPr>
          <p:spPr>
            <a:xfrm>
              <a:off x="1966402" y="5048337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Metin kutusu 9">
              <a:extLst>
                <a:ext uri="{FF2B5EF4-FFF2-40B4-BE49-F238E27FC236}">
                  <a16:creationId xmlns:a16="http://schemas.microsoft.com/office/drawing/2014/main" id="{CDE44752-8B59-44FF-74A2-8EB004C9CF8C}"/>
                </a:ext>
              </a:extLst>
            </p:cNvPr>
            <p:cNvSpPr txBox="1"/>
            <p:nvPr/>
          </p:nvSpPr>
          <p:spPr>
            <a:xfrm>
              <a:off x="1966402" y="4081530"/>
              <a:ext cx="6940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1400" dirty="0"/>
                <a:t>1</a:t>
              </a:r>
              <a:r>
                <a:rPr lang="tr-TR" sz="1400" dirty="0"/>
                <a:t>. BAB</a:t>
              </a: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810ADEEA-39B8-2255-0B42-B656FC3F5580}"/>
              </a:ext>
            </a:extLst>
          </p:cNvPr>
          <p:cNvGrpSpPr/>
          <p:nvPr/>
        </p:nvGrpSpPr>
        <p:grpSpPr>
          <a:xfrm>
            <a:off x="3477479" y="4085811"/>
            <a:ext cx="819510" cy="1631041"/>
            <a:chOff x="3395315" y="4085811"/>
            <a:chExt cx="819510" cy="1631041"/>
          </a:xfrm>
        </p:grpSpPr>
        <p:sp>
          <p:nvSpPr>
            <p:cNvPr id="11" name="Dikdörtgen 10">
              <a:extLst>
                <a:ext uri="{FF2B5EF4-FFF2-40B4-BE49-F238E27FC236}">
                  <a16:creationId xmlns:a16="http://schemas.microsoft.com/office/drawing/2014/main" id="{7896D91C-6F6B-0E59-DAEB-2CF46F3398F9}"/>
                </a:ext>
              </a:extLst>
            </p:cNvPr>
            <p:cNvSpPr/>
            <p:nvPr/>
          </p:nvSpPr>
          <p:spPr>
            <a:xfrm>
              <a:off x="3395315" y="4388384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2" name="Metin kutusu 11">
              <a:extLst>
                <a:ext uri="{FF2B5EF4-FFF2-40B4-BE49-F238E27FC236}">
                  <a16:creationId xmlns:a16="http://schemas.microsoft.com/office/drawing/2014/main" id="{952A3BC0-8987-3E83-99AA-E2607CDE2AAF}"/>
                </a:ext>
              </a:extLst>
            </p:cNvPr>
            <p:cNvSpPr txBox="1"/>
            <p:nvPr/>
          </p:nvSpPr>
          <p:spPr>
            <a:xfrm>
              <a:off x="3472286" y="4490909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فَعَلَ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3" name="Metin kutusu 12">
              <a:extLst>
                <a:ext uri="{FF2B5EF4-FFF2-40B4-BE49-F238E27FC236}">
                  <a16:creationId xmlns:a16="http://schemas.microsoft.com/office/drawing/2014/main" id="{E7F09FA7-FBE0-633A-DC88-BB12F2AAEE97}"/>
                </a:ext>
              </a:extLst>
            </p:cNvPr>
            <p:cNvSpPr txBox="1"/>
            <p:nvPr/>
          </p:nvSpPr>
          <p:spPr>
            <a:xfrm>
              <a:off x="3423393" y="5103383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يَفْعِلُ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14" name="Düz Bağlayıcı 13">
              <a:extLst>
                <a:ext uri="{FF2B5EF4-FFF2-40B4-BE49-F238E27FC236}">
                  <a16:creationId xmlns:a16="http://schemas.microsoft.com/office/drawing/2014/main" id="{C85D1D17-A50B-D04A-F8B7-3BF869539B4B}"/>
                </a:ext>
              </a:extLst>
            </p:cNvPr>
            <p:cNvCxnSpPr>
              <a:cxnSpLocks/>
              <a:stCxn id="11" idx="1"/>
              <a:endCxn id="11" idx="3"/>
            </p:cNvCxnSpPr>
            <p:nvPr/>
          </p:nvCxnSpPr>
          <p:spPr>
            <a:xfrm>
              <a:off x="3395315" y="5052618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Metin kutusu 14">
              <a:extLst>
                <a:ext uri="{FF2B5EF4-FFF2-40B4-BE49-F238E27FC236}">
                  <a16:creationId xmlns:a16="http://schemas.microsoft.com/office/drawing/2014/main" id="{685A8C2F-1EC2-0004-95DD-4DAAED3F63C9}"/>
                </a:ext>
              </a:extLst>
            </p:cNvPr>
            <p:cNvSpPr txBox="1"/>
            <p:nvPr/>
          </p:nvSpPr>
          <p:spPr>
            <a:xfrm>
              <a:off x="3395315" y="4085811"/>
              <a:ext cx="6908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/>
                <a:t>2. BAB</a:t>
              </a:r>
            </a:p>
          </p:txBody>
        </p:sp>
      </p:grpSp>
      <p:grpSp>
        <p:nvGrpSpPr>
          <p:cNvPr id="38" name="Grup 37">
            <a:extLst>
              <a:ext uri="{FF2B5EF4-FFF2-40B4-BE49-F238E27FC236}">
                <a16:creationId xmlns:a16="http://schemas.microsoft.com/office/drawing/2014/main" id="{0815D6D6-A9D9-56FE-EE05-88C6A4AB136C}"/>
              </a:ext>
            </a:extLst>
          </p:cNvPr>
          <p:cNvGrpSpPr/>
          <p:nvPr/>
        </p:nvGrpSpPr>
        <p:grpSpPr>
          <a:xfrm>
            <a:off x="4988556" y="4077574"/>
            <a:ext cx="819510" cy="1631041"/>
            <a:chOff x="4915644" y="4077574"/>
            <a:chExt cx="819510" cy="1631041"/>
          </a:xfrm>
        </p:grpSpPr>
        <p:sp>
          <p:nvSpPr>
            <p:cNvPr id="16" name="Dikdörtgen 15">
              <a:extLst>
                <a:ext uri="{FF2B5EF4-FFF2-40B4-BE49-F238E27FC236}">
                  <a16:creationId xmlns:a16="http://schemas.microsoft.com/office/drawing/2014/main" id="{40BB0873-FDF8-7EF4-6305-DA7E9E98E5D7}"/>
                </a:ext>
              </a:extLst>
            </p:cNvPr>
            <p:cNvSpPr/>
            <p:nvPr/>
          </p:nvSpPr>
          <p:spPr>
            <a:xfrm>
              <a:off x="4915644" y="4380147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7" name="Metin kutusu 16">
              <a:extLst>
                <a:ext uri="{FF2B5EF4-FFF2-40B4-BE49-F238E27FC236}">
                  <a16:creationId xmlns:a16="http://schemas.microsoft.com/office/drawing/2014/main" id="{03557F84-2368-1479-DD7D-3FBD59A67E6E}"/>
                </a:ext>
              </a:extLst>
            </p:cNvPr>
            <p:cNvSpPr txBox="1"/>
            <p:nvPr/>
          </p:nvSpPr>
          <p:spPr>
            <a:xfrm>
              <a:off x="4992615" y="4482672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فَعَلَ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8" name="Metin kutusu 17">
              <a:extLst>
                <a:ext uri="{FF2B5EF4-FFF2-40B4-BE49-F238E27FC236}">
                  <a16:creationId xmlns:a16="http://schemas.microsoft.com/office/drawing/2014/main" id="{64A6392B-A214-6B51-2E51-871FB80BF985}"/>
                </a:ext>
              </a:extLst>
            </p:cNvPr>
            <p:cNvSpPr txBox="1"/>
            <p:nvPr/>
          </p:nvSpPr>
          <p:spPr>
            <a:xfrm>
              <a:off x="4943722" y="5095146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يَفْعَلُ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19" name="Düz Bağlayıcı 18">
              <a:extLst>
                <a:ext uri="{FF2B5EF4-FFF2-40B4-BE49-F238E27FC236}">
                  <a16:creationId xmlns:a16="http://schemas.microsoft.com/office/drawing/2014/main" id="{7CA760A1-1555-AA52-3823-97B7C1BA5F6D}"/>
                </a:ext>
              </a:extLst>
            </p:cNvPr>
            <p:cNvCxnSpPr>
              <a:cxnSpLocks/>
              <a:stCxn id="16" idx="1"/>
              <a:endCxn id="16" idx="3"/>
            </p:cNvCxnSpPr>
            <p:nvPr/>
          </p:nvCxnSpPr>
          <p:spPr>
            <a:xfrm>
              <a:off x="4915644" y="5044381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Metin kutusu 19">
              <a:extLst>
                <a:ext uri="{FF2B5EF4-FFF2-40B4-BE49-F238E27FC236}">
                  <a16:creationId xmlns:a16="http://schemas.microsoft.com/office/drawing/2014/main" id="{65C0FBA1-F2C2-F79C-D8B6-136BE34DC5B9}"/>
                </a:ext>
              </a:extLst>
            </p:cNvPr>
            <p:cNvSpPr txBox="1"/>
            <p:nvPr/>
          </p:nvSpPr>
          <p:spPr>
            <a:xfrm>
              <a:off x="4918850" y="4077574"/>
              <a:ext cx="6908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/>
                <a:t>3. BAB</a:t>
              </a:r>
            </a:p>
          </p:txBody>
        </p:sp>
      </p:grpSp>
      <p:grpSp>
        <p:nvGrpSpPr>
          <p:cNvPr id="39" name="Grup 38">
            <a:extLst>
              <a:ext uri="{FF2B5EF4-FFF2-40B4-BE49-F238E27FC236}">
                <a16:creationId xmlns:a16="http://schemas.microsoft.com/office/drawing/2014/main" id="{1055A103-4928-D9C6-444D-DD23814AB532}"/>
              </a:ext>
            </a:extLst>
          </p:cNvPr>
          <p:cNvGrpSpPr/>
          <p:nvPr/>
        </p:nvGrpSpPr>
        <p:grpSpPr>
          <a:xfrm>
            <a:off x="6499633" y="4058520"/>
            <a:ext cx="819510" cy="1650095"/>
            <a:chOff x="6439355" y="4058520"/>
            <a:chExt cx="819510" cy="1650095"/>
          </a:xfrm>
        </p:grpSpPr>
        <p:sp>
          <p:nvSpPr>
            <p:cNvPr id="21" name="Dikdörtgen 20">
              <a:extLst>
                <a:ext uri="{FF2B5EF4-FFF2-40B4-BE49-F238E27FC236}">
                  <a16:creationId xmlns:a16="http://schemas.microsoft.com/office/drawing/2014/main" id="{BFA7C1C4-6021-3443-02B5-F685B8A0B2D1}"/>
                </a:ext>
              </a:extLst>
            </p:cNvPr>
            <p:cNvSpPr/>
            <p:nvPr/>
          </p:nvSpPr>
          <p:spPr>
            <a:xfrm>
              <a:off x="6439355" y="4380147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>
              <a:extLst>
                <a:ext uri="{FF2B5EF4-FFF2-40B4-BE49-F238E27FC236}">
                  <a16:creationId xmlns:a16="http://schemas.microsoft.com/office/drawing/2014/main" id="{99385DCD-10BC-2096-39CA-28ABD35B2642}"/>
                </a:ext>
              </a:extLst>
            </p:cNvPr>
            <p:cNvSpPr txBox="1"/>
            <p:nvPr/>
          </p:nvSpPr>
          <p:spPr>
            <a:xfrm>
              <a:off x="6516326" y="4482672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فَعِلَ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3" name="Metin kutusu 22">
              <a:extLst>
                <a:ext uri="{FF2B5EF4-FFF2-40B4-BE49-F238E27FC236}">
                  <a16:creationId xmlns:a16="http://schemas.microsoft.com/office/drawing/2014/main" id="{F47A6E6D-FF30-4DE0-2823-26812625B292}"/>
                </a:ext>
              </a:extLst>
            </p:cNvPr>
            <p:cNvSpPr txBox="1"/>
            <p:nvPr/>
          </p:nvSpPr>
          <p:spPr>
            <a:xfrm>
              <a:off x="6467433" y="5095146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يَفْعَلُ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4" name="Düz Bağlayıcı 23">
              <a:extLst>
                <a:ext uri="{FF2B5EF4-FFF2-40B4-BE49-F238E27FC236}">
                  <a16:creationId xmlns:a16="http://schemas.microsoft.com/office/drawing/2014/main" id="{5D38D918-22C3-58E3-84BC-2B11FA4153FF}"/>
                </a:ext>
              </a:extLst>
            </p:cNvPr>
            <p:cNvCxnSpPr>
              <a:cxnSpLocks/>
              <a:stCxn id="21" idx="1"/>
              <a:endCxn id="21" idx="3"/>
            </p:cNvCxnSpPr>
            <p:nvPr/>
          </p:nvCxnSpPr>
          <p:spPr>
            <a:xfrm>
              <a:off x="6439355" y="5044381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Metin kutusu 24">
              <a:extLst>
                <a:ext uri="{FF2B5EF4-FFF2-40B4-BE49-F238E27FC236}">
                  <a16:creationId xmlns:a16="http://schemas.microsoft.com/office/drawing/2014/main" id="{E9989188-38E8-211B-E904-FA65EF693484}"/>
                </a:ext>
              </a:extLst>
            </p:cNvPr>
            <p:cNvSpPr txBox="1"/>
            <p:nvPr/>
          </p:nvSpPr>
          <p:spPr>
            <a:xfrm>
              <a:off x="6463069" y="4058520"/>
              <a:ext cx="6908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/>
                <a:t>4. BAB</a:t>
              </a:r>
            </a:p>
          </p:txBody>
        </p:sp>
      </p:grpSp>
      <p:grpSp>
        <p:nvGrpSpPr>
          <p:cNvPr id="40" name="Grup 39">
            <a:extLst>
              <a:ext uri="{FF2B5EF4-FFF2-40B4-BE49-F238E27FC236}">
                <a16:creationId xmlns:a16="http://schemas.microsoft.com/office/drawing/2014/main" id="{26890FAE-234F-881D-09FD-B3C8AF2542F4}"/>
              </a:ext>
            </a:extLst>
          </p:cNvPr>
          <p:cNvGrpSpPr/>
          <p:nvPr/>
        </p:nvGrpSpPr>
        <p:grpSpPr>
          <a:xfrm>
            <a:off x="8010710" y="4085128"/>
            <a:ext cx="819510" cy="1600421"/>
            <a:chOff x="8021829" y="4085128"/>
            <a:chExt cx="819510" cy="1600421"/>
          </a:xfrm>
        </p:grpSpPr>
        <p:sp>
          <p:nvSpPr>
            <p:cNvPr id="26" name="Dikdörtgen 25">
              <a:extLst>
                <a:ext uri="{FF2B5EF4-FFF2-40B4-BE49-F238E27FC236}">
                  <a16:creationId xmlns:a16="http://schemas.microsoft.com/office/drawing/2014/main" id="{1D056538-AA3F-1058-7CD9-3D8C03A48161}"/>
                </a:ext>
              </a:extLst>
            </p:cNvPr>
            <p:cNvSpPr/>
            <p:nvPr/>
          </p:nvSpPr>
          <p:spPr>
            <a:xfrm>
              <a:off x="8021829" y="4357081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7" name="Metin kutusu 26">
              <a:extLst>
                <a:ext uri="{FF2B5EF4-FFF2-40B4-BE49-F238E27FC236}">
                  <a16:creationId xmlns:a16="http://schemas.microsoft.com/office/drawing/2014/main" id="{4BB0114D-7C2B-B0C3-EDFF-5FF0E0D59601}"/>
                </a:ext>
              </a:extLst>
            </p:cNvPr>
            <p:cNvSpPr txBox="1"/>
            <p:nvPr/>
          </p:nvSpPr>
          <p:spPr>
            <a:xfrm>
              <a:off x="8098800" y="4459606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فَعُلَ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891E1978-C013-D8F3-CB5B-D193EDDBAC3B}"/>
                </a:ext>
              </a:extLst>
            </p:cNvPr>
            <p:cNvSpPr txBox="1"/>
            <p:nvPr/>
          </p:nvSpPr>
          <p:spPr>
            <a:xfrm>
              <a:off x="8049907" y="5072080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يَفْعُلُ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9" name="Düz Bağlayıcı 28">
              <a:extLst>
                <a:ext uri="{FF2B5EF4-FFF2-40B4-BE49-F238E27FC236}">
                  <a16:creationId xmlns:a16="http://schemas.microsoft.com/office/drawing/2014/main" id="{9E746192-F2FF-A26A-45C6-0911A6350464}"/>
                </a:ext>
              </a:extLst>
            </p:cNvPr>
            <p:cNvCxnSpPr>
              <a:cxnSpLocks/>
              <a:stCxn id="26" idx="1"/>
              <a:endCxn id="26" idx="3"/>
            </p:cNvCxnSpPr>
            <p:nvPr/>
          </p:nvCxnSpPr>
          <p:spPr>
            <a:xfrm>
              <a:off x="8021829" y="5021315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Metin kutusu 29">
              <a:extLst>
                <a:ext uri="{FF2B5EF4-FFF2-40B4-BE49-F238E27FC236}">
                  <a16:creationId xmlns:a16="http://schemas.microsoft.com/office/drawing/2014/main" id="{6F9C4D3D-E292-6511-D81C-986BE9503FCB}"/>
                </a:ext>
              </a:extLst>
            </p:cNvPr>
            <p:cNvSpPr txBox="1"/>
            <p:nvPr/>
          </p:nvSpPr>
          <p:spPr>
            <a:xfrm>
              <a:off x="8038859" y="4085128"/>
              <a:ext cx="6908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/>
                <a:t>5. BAB</a:t>
              </a:r>
            </a:p>
          </p:txBody>
        </p:sp>
      </p:grpSp>
      <p:grpSp>
        <p:nvGrpSpPr>
          <p:cNvPr id="41" name="Grup 40">
            <a:extLst>
              <a:ext uri="{FF2B5EF4-FFF2-40B4-BE49-F238E27FC236}">
                <a16:creationId xmlns:a16="http://schemas.microsoft.com/office/drawing/2014/main" id="{9DB343CD-BFAB-F5CE-B53A-D1A942732632}"/>
              </a:ext>
            </a:extLst>
          </p:cNvPr>
          <p:cNvGrpSpPr/>
          <p:nvPr/>
        </p:nvGrpSpPr>
        <p:grpSpPr>
          <a:xfrm>
            <a:off x="9521788" y="4058519"/>
            <a:ext cx="819510" cy="1598336"/>
            <a:chOff x="9521788" y="4058519"/>
            <a:chExt cx="819510" cy="1598336"/>
          </a:xfrm>
        </p:grpSpPr>
        <p:sp>
          <p:nvSpPr>
            <p:cNvPr id="31" name="Dikdörtgen 30">
              <a:extLst>
                <a:ext uri="{FF2B5EF4-FFF2-40B4-BE49-F238E27FC236}">
                  <a16:creationId xmlns:a16="http://schemas.microsoft.com/office/drawing/2014/main" id="{F09B160E-C735-0005-F578-7726E3028BFC}"/>
                </a:ext>
              </a:extLst>
            </p:cNvPr>
            <p:cNvSpPr/>
            <p:nvPr/>
          </p:nvSpPr>
          <p:spPr>
            <a:xfrm>
              <a:off x="9521788" y="4328387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>
              <a:extLst>
                <a:ext uri="{FF2B5EF4-FFF2-40B4-BE49-F238E27FC236}">
                  <a16:creationId xmlns:a16="http://schemas.microsoft.com/office/drawing/2014/main" id="{807A5FB2-8233-B8E1-5EC9-9DDFB0CF548E}"/>
                </a:ext>
              </a:extLst>
            </p:cNvPr>
            <p:cNvSpPr txBox="1"/>
            <p:nvPr/>
          </p:nvSpPr>
          <p:spPr>
            <a:xfrm>
              <a:off x="9598759" y="4430912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فَعِلَ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3" name="Metin kutusu 32">
              <a:extLst>
                <a:ext uri="{FF2B5EF4-FFF2-40B4-BE49-F238E27FC236}">
                  <a16:creationId xmlns:a16="http://schemas.microsoft.com/office/drawing/2014/main" id="{E5BFD494-551B-AA25-5A23-CDA800BA82CE}"/>
                </a:ext>
              </a:extLst>
            </p:cNvPr>
            <p:cNvSpPr txBox="1"/>
            <p:nvPr/>
          </p:nvSpPr>
          <p:spPr>
            <a:xfrm>
              <a:off x="9549866" y="5043386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يَفْعِلُ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34" name="Düz Bağlayıcı 33">
              <a:extLst>
                <a:ext uri="{FF2B5EF4-FFF2-40B4-BE49-F238E27FC236}">
                  <a16:creationId xmlns:a16="http://schemas.microsoft.com/office/drawing/2014/main" id="{7359CC77-0F1C-32E1-AF20-A68B2A0B8438}"/>
                </a:ext>
              </a:extLst>
            </p:cNvPr>
            <p:cNvCxnSpPr>
              <a:cxnSpLocks/>
              <a:stCxn id="31" idx="1"/>
              <a:endCxn id="31" idx="3"/>
            </p:cNvCxnSpPr>
            <p:nvPr/>
          </p:nvCxnSpPr>
          <p:spPr>
            <a:xfrm>
              <a:off x="9521788" y="4992621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Metin kutusu 34">
              <a:extLst>
                <a:ext uri="{FF2B5EF4-FFF2-40B4-BE49-F238E27FC236}">
                  <a16:creationId xmlns:a16="http://schemas.microsoft.com/office/drawing/2014/main" id="{3B63454A-D79D-DC8E-62C0-2B90F6BEA034}"/>
                </a:ext>
              </a:extLst>
            </p:cNvPr>
            <p:cNvSpPr txBox="1"/>
            <p:nvPr/>
          </p:nvSpPr>
          <p:spPr>
            <a:xfrm>
              <a:off x="9586126" y="4058519"/>
              <a:ext cx="6908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/>
                <a:t>6. BAB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0846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1.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فَعَلَ – يَفْعُلُ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FFFFFF"/>
          </a:solidFill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fiilinin mazide </a:t>
            </a:r>
            <a:r>
              <a:rPr lang="tr-TR" dirty="0" err="1">
                <a:solidFill>
                  <a:schemeClr val="tx1"/>
                </a:solidFill>
              </a:rPr>
              <a:t>üstünlü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muzari</a:t>
            </a:r>
            <a:r>
              <a:rPr lang="tr-TR" dirty="0">
                <a:solidFill>
                  <a:schemeClr val="tx1"/>
                </a:solidFill>
              </a:rPr>
              <a:t> de </a:t>
            </a:r>
            <a:r>
              <a:rPr lang="tr-TR" dirty="0" err="1">
                <a:solidFill>
                  <a:schemeClr val="tx1"/>
                </a:solidFill>
              </a:rPr>
              <a:t>ötreli</a:t>
            </a:r>
            <a:r>
              <a:rPr lang="tr-TR" dirty="0">
                <a:solidFill>
                  <a:schemeClr val="tx1"/>
                </a:solidFill>
              </a:rPr>
              <a:t>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فَعَلَ – يَفْعُلُ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نَصَرَ – يَنْصُرُ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CEEFA296-7024-9D62-DEAD-0C0A771E5960}"/>
              </a:ext>
            </a:extLst>
          </p:cNvPr>
          <p:cNvSpPr/>
          <p:nvPr/>
        </p:nvSpPr>
        <p:spPr>
          <a:xfrm rot="18876393">
            <a:off x="-831487" y="-167882"/>
            <a:ext cx="2564858" cy="1263088"/>
          </a:xfrm>
          <a:prstGeom prst="triangle">
            <a:avLst>
              <a:gd name="adj" fmla="val 50246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SÜLASİ MÜCERRED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2B147125-4E01-CC10-274A-D5377632FF26}"/>
              </a:ext>
            </a:extLst>
          </p:cNvPr>
          <p:cNvSpPr txBox="1"/>
          <p:nvPr/>
        </p:nvSpPr>
        <p:spPr>
          <a:xfrm>
            <a:off x="240820" y="5664681"/>
            <a:ext cx="177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>
                <a:solidFill>
                  <a:srgbClr val="FF0000"/>
                </a:solidFill>
              </a:rPr>
              <a:t>Müteaddi</a:t>
            </a:r>
            <a:r>
              <a:rPr lang="tr-TR" dirty="0">
                <a:solidFill>
                  <a:srgbClr val="FF0000"/>
                </a:solidFill>
              </a:rPr>
              <a:t> Misal: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21D80D77-1A0E-476E-7690-24A16233BE40}"/>
              </a:ext>
            </a:extLst>
          </p:cNvPr>
          <p:cNvSpPr txBox="1"/>
          <p:nvPr/>
        </p:nvSpPr>
        <p:spPr>
          <a:xfrm>
            <a:off x="240820" y="6039766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نَصَرَ زَيْدٌ عَمْرًا</a:t>
            </a:r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63C56A1D-40F8-8769-7BC5-B34DBDE05A2B}"/>
              </a:ext>
            </a:extLst>
          </p:cNvPr>
          <p:cNvSpPr txBox="1"/>
          <p:nvPr/>
        </p:nvSpPr>
        <p:spPr>
          <a:xfrm>
            <a:off x="240820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</a:t>
            </a:r>
            <a:r>
              <a:rPr lang="tr-TR" dirty="0" err="1"/>
              <a:t>Amr’a</a:t>
            </a:r>
            <a:r>
              <a:rPr lang="tr-TR" dirty="0"/>
              <a:t> yardım etti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1EBAD8D9-72E5-CC8E-5DD9-7EE4B2638B0F}"/>
              </a:ext>
            </a:extLst>
          </p:cNvPr>
          <p:cNvSpPr txBox="1"/>
          <p:nvPr/>
        </p:nvSpPr>
        <p:spPr>
          <a:xfrm>
            <a:off x="8278605" y="5591192"/>
            <a:ext cx="1423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Lazım Misal: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C3A66D21-AB6C-4185-EC74-550458847AFC}"/>
              </a:ext>
            </a:extLst>
          </p:cNvPr>
          <p:cNvSpPr txBox="1"/>
          <p:nvPr/>
        </p:nvSpPr>
        <p:spPr>
          <a:xfrm>
            <a:off x="8278605" y="5966277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خَرَجَ زَيْدٌ</a:t>
            </a:r>
            <a:endParaRPr lang="tr-TR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EAF837B5-5819-F146-BAC1-C41E005577CC}"/>
              </a:ext>
            </a:extLst>
          </p:cNvPr>
          <p:cNvSpPr txBox="1"/>
          <p:nvPr/>
        </p:nvSpPr>
        <p:spPr>
          <a:xfrm>
            <a:off x="8241821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Çıktı</a:t>
            </a:r>
          </a:p>
        </p:txBody>
      </p:sp>
    </p:spTree>
    <p:extLst>
      <p:ext uri="{BB962C8B-B14F-4D97-AF65-F5344CB8AC3E}">
        <p14:creationId xmlns:p14="http://schemas.microsoft.com/office/powerpoint/2010/main" val="1437482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</a:t>
            </a:r>
            <a:r>
              <a:rPr lang="ar-AE" dirty="0"/>
              <a:t>2</a:t>
            </a:r>
            <a:r>
              <a:rPr lang="tr-TR" dirty="0"/>
              <a:t>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فَعَلَ – يَفْعِلُ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fiilinin mazide </a:t>
            </a:r>
            <a:r>
              <a:rPr lang="tr-TR" dirty="0" err="1">
                <a:solidFill>
                  <a:schemeClr val="tx1"/>
                </a:solidFill>
              </a:rPr>
              <a:t>üstünlü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muzari</a:t>
            </a:r>
            <a:r>
              <a:rPr lang="tr-TR" dirty="0">
                <a:solidFill>
                  <a:schemeClr val="tx1"/>
                </a:solidFill>
              </a:rPr>
              <a:t> de </a:t>
            </a:r>
            <a:r>
              <a:rPr lang="tr-TR" dirty="0" err="1">
                <a:solidFill>
                  <a:schemeClr val="tx1"/>
                </a:solidFill>
              </a:rPr>
              <a:t>esreli</a:t>
            </a:r>
            <a:r>
              <a:rPr lang="tr-TR" dirty="0">
                <a:solidFill>
                  <a:schemeClr val="tx1"/>
                </a:solidFill>
              </a:rPr>
              <a:t>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فَعَلَ – يَفْعِلُ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ضَرَبَ – يَضْرِبُ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22EF7C76-ADD6-F18B-81A1-3D2A86F1E87E}"/>
              </a:ext>
            </a:extLst>
          </p:cNvPr>
          <p:cNvSpPr/>
          <p:nvPr/>
        </p:nvSpPr>
        <p:spPr>
          <a:xfrm rot="18876393">
            <a:off x="-831487" y="-167882"/>
            <a:ext cx="2564858" cy="1263088"/>
          </a:xfrm>
          <a:prstGeom prst="triangle">
            <a:avLst>
              <a:gd name="adj" fmla="val 50246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SÜLASİ MÜCERRED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9DA41C6F-15D6-3ED4-7DDC-57F7A424ECA7}"/>
              </a:ext>
            </a:extLst>
          </p:cNvPr>
          <p:cNvSpPr txBox="1"/>
          <p:nvPr/>
        </p:nvSpPr>
        <p:spPr>
          <a:xfrm>
            <a:off x="240820" y="5664681"/>
            <a:ext cx="177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>
                <a:solidFill>
                  <a:srgbClr val="FF0000"/>
                </a:solidFill>
              </a:rPr>
              <a:t>Müteaddi</a:t>
            </a:r>
            <a:r>
              <a:rPr lang="tr-TR" dirty="0">
                <a:solidFill>
                  <a:srgbClr val="FF0000"/>
                </a:solidFill>
              </a:rPr>
              <a:t> Misal: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6EFDBE70-7132-C9C0-3C2E-5A6F9A0C90BC}"/>
              </a:ext>
            </a:extLst>
          </p:cNvPr>
          <p:cNvSpPr txBox="1"/>
          <p:nvPr/>
        </p:nvSpPr>
        <p:spPr>
          <a:xfrm>
            <a:off x="240820" y="6039766"/>
            <a:ext cx="1475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ضَرَبَ زَيْدٌ عَمْرًا</a:t>
            </a:r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C6BA0B78-A413-A9B3-0852-A18812E26E92}"/>
              </a:ext>
            </a:extLst>
          </p:cNvPr>
          <p:cNvSpPr txBox="1"/>
          <p:nvPr/>
        </p:nvSpPr>
        <p:spPr>
          <a:xfrm>
            <a:off x="240820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</a:t>
            </a:r>
            <a:r>
              <a:rPr lang="tr-TR" dirty="0" err="1"/>
              <a:t>Amr’a</a:t>
            </a:r>
            <a:r>
              <a:rPr lang="tr-TR" dirty="0"/>
              <a:t> dövdü.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B32C13A2-EAF2-2F66-867E-26F5304826A8}"/>
              </a:ext>
            </a:extLst>
          </p:cNvPr>
          <p:cNvSpPr txBox="1"/>
          <p:nvPr/>
        </p:nvSpPr>
        <p:spPr>
          <a:xfrm>
            <a:off x="8278605" y="5591192"/>
            <a:ext cx="1423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Lazım Misal: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EBDDAC7E-6EA9-EE1C-343D-92D944D93833}"/>
              </a:ext>
            </a:extLst>
          </p:cNvPr>
          <p:cNvSpPr txBox="1"/>
          <p:nvPr/>
        </p:nvSpPr>
        <p:spPr>
          <a:xfrm>
            <a:off x="8278605" y="5966277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جَلَسَ زَيْدٌ</a:t>
            </a:r>
            <a:endParaRPr lang="tr-TR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92C07B7E-C743-798E-D1B5-79C98FC58A70}"/>
              </a:ext>
            </a:extLst>
          </p:cNvPr>
          <p:cNvSpPr txBox="1"/>
          <p:nvPr/>
        </p:nvSpPr>
        <p:spPr>
          <a:xfrm>
            <a:off x="8241821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Oturdu.</a:t>
            </a:r>
          </a:p>
        </p:txBody>
      </p:sp>
    </p:spTree>
    <p:extLst>
      <p:ext uri="{BB962C8B-B14F-4D97-AF65-F5344CB8AC3E}">
        <p14:creationId xmlns:p14="http://schemas.microsoft.com/office/powerpoint/2010/main" val="387605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</a:t>
            </a:r>
            <a:r>
              <a:rPr lang="ar-AE" dirty="0"/>
              <a:t>3</a:t>
            </a:r>
            <a:r>
              <a:rPr lang="tr-TR" dirty="0"/>
              <a:t>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فَعَلَ – يَفْعَلُ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200" dirty="0" err="1">
                <a:solidFill>
                  <a:schemeClr val="tx1"/>
                </a:solidFill>
              </a:rPr>
              <a:t>Aynel</a:t>
            </a:r>
            <a:r>
              <a:rPr lang="tr-TR" sz="1200" dirty="0">
                <a:solidFill>
                  <a:schemeClr val="tx1"/>
                </a:solidFill>
              </a:rPr>
              <a:t> fiilinin mazide ve </a:t>
            </a:r>
            <a:r>
              <a:rPr lang="tr-TR" sz="1200" dirty="0" err="1">
                <a:solidFill>
                  <a:schemeClr val="tx1"/>
                </a:solidFill>
              </a:rPr>
              <a:t>muzaride</a:t>
            </a:r>
            <a:r>
              <a:rPr lang="tr-TR" sz="1200" dirty="0">
                <a:solidFill>
                  <a:schemeClr val="tx1"/>
                </a:solidFill>
              </a:rPr>
              <a:t> </a:t>
            </a:r>
            <a:r>
              <a:rPr lang="tr-TR" sz="1200" dirty="0" err="1">
                <a:solidFill>
                  <a:schemeClr val="tx1"/>
                </a:solidFill>
              </a:rPr>
              <a:t>üstünlü</a:t>
            </a:r>
            <a:r>
              <a:rPr lang="tr-TR" sz="1200" dirty="0">
                <a:solidFill>
                  <a:schemeClr val="tx1"/>
                </a:solidFill>
              </a:rPr>
              <a:t> olmasıdır.</a:t>
            </a:r>
            <a:r>
              <a:rPr lang="ar-AE" sz="1200" dirty="0">
                <a:solidFill>
                  <a:schemeClr val="tx1"/>
                </a:solidFill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200" dirty="0" err="1">
                <a:solidFill>
                  <a:schemeClr val="tx1"/>
                </a:solidFill>
              </a:rPr>
              <a:t>Aynel</a:t>
            </a:r>
            <a:r>
              <a:rPr lang="tr-TR" sz="1200" dirty="0">
                <a:solidFill>
                  <a:schemeClr val="tx1"/>
                </a:solidFill>
              </a:rPr>
              <a:t> veya Lamel Fiilini Boğaz harflerinden birinin olması</a:t>
            </a:r>
            <a:endParaRPr lang="tr-TR" sz="1200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فَعَلَ – يَفْعَلُ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فَتَحَ – يَفْتَحُ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0A3B0587-1DA3-650E-68C0-1B0E31956F41}"/>
              </a:ext>
            </a:extLst>
          </p:cNvPr>
          <p:cNvSpPr/>
          <p:nvPr/>
        </p:nvSpPr>
        <p:spPr>
          <a:xfrm rot="18876393">
            <a:off x="-831487" y="-167882"/>
            <a:ext cx="2564858" cy="1263088"/>
          </a:xfrm>
          <a:prstGeom prst="triangle">
            <a:avLst>
              <a:gd name="adj" fmla="val 50246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SÜLASİ MÜCERRED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2BB5E661-615D-F0BF-DE5D-27770214D945}"/>
              </a:ext>
            </a:extLst>
          </p:cNvPr>
          <p:cNvSpPr txBox="1"/>
          <p:nvPr/>
        </p:nvSpPr>
        <p:spPr>
          <a:xfrm>
            <a:off x="240820" y="5664681"/>
            <a:ext cx="177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>
                <a:solidFill>
                  <a:srgbClr val="FF0000"/>
                </a:solidFill>
              </a:rPr>
              <a:t>Müteaddi</a:t>
            </a:r>
            <a:r>
              <a:rPr lang="tr-TR" dirty="0">
                <a:solidFill>
                  <a:srgbClr val="FF0000"/>
                </a:solidFill>
              </a:rPr>
              <a:t> Misal: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BA0F4FD8-6BD7-F4EC-0F3B-A4D642EE8F03}"/>
              </a:ext>
            </a:extLst>
          </p:cNvPr>
          <p:cNvSpPr txBox="1"/>
          <p:nvPr/>
        </p:nvSpPr>
        <p:spPr>
          <a:xfrm>
            <a:off x="240820" y="6039766"/>
            <a:ext cx="1475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عَلِمَ زَيْدٌ الْمَسْئَلَةَ</a:t>
            </a:r>
            <a:endParaRPr lang="tr-TR"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27D84F06-B658-82EE-F45C-53D13729247E}"/>
              </a:ext>
            </a:extLst>
          </p:cNvPr>
          <p:cNvSpPr txBox="1"/>
          <p:nvPr/>
        </p:nvSpPr>
        <p:spPr>
          <a:xfrm>
            <a:off x="240820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Kapıyı Açtı.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C6C309D4-3DEA-672F-B6D2-BC2250314BF3}"/>
              </a:ext>
            </a:extLst>
          </p:cNvPr>
          <p:cNvSpPr txBox="1"/>
          <p:nvPr/>
        </p:nvSpPr>
        <p:spPr>
          <a:xfrm>
            <a:off x="8278605" y="5591192"/>
            <a:ext cx="1423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Lazım Misal: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C6EB190F-D272-0356-955E-7CACD376EAE8}"/>
              </a:ext>
            </a:extLst>
          </p:cNvPr>
          <p:cNvSpPr txBox="1"/>
          <p:nvPr/>
        </p:nvSpPr>
        <p:spPr>
          <a:xfrm>
            <a:off x="8278605" y="5966277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ذَهَبَ زَيْدٌ</a:t>
            </a:r>
            <a:endParaRPr lang="tr-TR" dirty="0"/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048A75C6-617B-B64F-7CEB-869FB33D1A78}"/>
              </a:ext>
            </a:extLst>
          </p:cNvPr>
          <p:cNvSpPr txBox="1"/>
          <p:nvPr/>
        </p:nvSpPr>
        <p:spPr>
          <a:xfrm>
            <a:off x="8241821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Gitti.</a:t>
            </a:r>
          </a:p>
        </p:txBody>
      </p:sp>
    </p:spTree>
    <p:extLst>
      <p:ext uri="{BB962C8B-B14F-4D97-AF65-F5344CB8AC3E}">
        <p14:creationId xmlns:p14="http://schemas.microsoft.com/office/powerpoint/2010/main" val="1970010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</a:t>
            </a:r>
            <a:r>
              <a:rPr lang="ar-AE" dirty="0"/>
              <a:t>4</a:t>
            </a:r>
            <a:r>
              <a:rPr lang="tr-TR" dirty="0"/>
              <a:t>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فَعِلَ – يَفْعَلُ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fiilinin mazide </a:t>
            </a:r>
            <a:r>
              <a:rPr lang="tr-TR" dirty="0" err="1">
                <a:solidFill>
                  <a:schemeClr val="tx1"/>
                </a:solidFill>
              </a:rPr>
              <a:t>esreli</a:t>
            </a:r>
            <a:r>
              <a:rPr lang="tr-TR" dirty="0">
                <a:solidFill>
                  <a:schemeClr val="tx1"/>
                </a:solidFill>
              </a:rPr>
              <a:t>, </a:t>
            </a:r>
            <a:r>
              <a:rPr lang="tr-TR" dirty="0" err="1">
                <a:solidFill>
                  <a:schemeClr val="tx1"/>
                </a:solidFill>
              </a:rPr>
              <a:t>muzari</a:t>
            </a:r>
            <a:r>
              <a:rPr lang="tr-TR" dirty="0">
                <a:solidFill>
                  <a:schemeClr val="tx1"/>
                </a:solidFill>
              </a:rPr>
              <a:t> de </a:t>
            </a:r>
            <a:r>
              <a:rPr lang="tr-TR" dirty="0" err="1">
                <a:solidFill>
                  <a:schemeClr val="tx1"/>
                </a:solidFill>
              </a:rPr>
              <a:t>üstünlü</a:t>
            </a:r>
            <a:r>
              <a:rPr lang="tr-TR" dirty="0">
                <a:solidFill>
                  <a:schemeClr val="tx1"/>
                </a:solidFill>
              </a:rPr>
              <a:t>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فَعِلَ – يَفْعَلُ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عَلِمَ – يَعْلَمُ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10A421E6-10C5-D330-E2B8-BA9BC886695A}"/>
              </a:ext>
            </a:extLst>
          </p:cNvPr>
          <p:cNvSpPr/>
          <p:nvPr/>
        </p:nvSpPr>
        <p:spPr>
          <a:xfrm rot="18876393">
            <a:off x="-831487" y="-167882"/>
            <a:ext cx="2564858" cy="1263088"/>
          </a:xfrm>
          <a:prstGeom prst="triangle">
            <a:avLst>
              <a:gd name="adj" fmla="val 50246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SÜLASİ MÜCERRED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5A82DAE2-92BF-D746-F4CE-C0D5EB8517DA}"/>
              </a:ext>
            </a:extLst>
          </p:cNvPr>
          <p:cNvSpPr txBox="1"/>
          <p:nvPr/>
        </p:nvSpPr>
        <p:spPr>
          <a:xfrm>
            <a:off x="240820" y="5664681"/>
            <a:ext cx="177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>
                <a:solidFill>
                  <a:srgbClr val="FF0000"/>
                </a:solidFill>
              </a:rPr>
              <a:t>Müteaddi</a:t>
            </a:r>
            <a:r>
              <a:rPr lang="tr-TR" dirty="0">
                <a:solidFill>
                  <a:srgbClr val="FF0000"/>
                </a:solidFill>
              </a:rPr>
              <a:t> Misal: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722AF0A4-147A-A85F-B933-B3949AAE23A2}"/>
              </a:ext>
            </a:extLst>
          </p:cNvPr>
          <p:cNvSpPr txBox="1"/>
          <p:nvPr/>
        </p:nvSpPr>
        <p:spPr>
          <a:xfrm>
            <a:off x="240820" y="6039766"/>
            <a:ext cx="1475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عَلِمَ زَيْدٌ الْمَسْئَلَةَ</a:t>
            </a:r>
            <a:endParaRPr lang="tr-TR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46427ECC-4AB4-699A-4D04-A7DC889F9DD7}"/>
              </a:ext>
            </a:extLst>
          </p:cNvPr>
          <p:cNvSpPr txBox="1"/>
          <p:nvPr/>
        </p:nvSpPr>
        <p:spPr>
          <a:xfrm>
            <a:off x="240820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</a:t>
            </a:r>
            <a:r>
              <a:rPr lang="ar-AE" dirty="0"/>
              <a:t> </a:t>
            </a:r>
            <a:r>
              <a:rPr lang="tr-TR" dirty="0"/>
              <a:t>Meseleyi Bildi.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8569DA46-16CC-2F1D-2EAD-1590BEB84664}"/>
              </a:ext>
            </a:extLst>
          </p:cNvPr>
          <p:cNvSpPr txBox="1"/>
          <p:nvPr/>
        </p:nvSpPr>
        <p:spPr>
          <a:xfrm>
            <a:off x="8278605" y="5591192"/>
            <a:ext cx="1423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Lazım Misal: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896BEBE1-E1B7-2BB9-1A3F-0A9C4369DDC7}"/>
              </a:ext>
            </a:extLst>
          </p:cNvPr>
          <p:cNvSpPr txBox="1"/>
          <p:nvPr/>
        </p:nvSpPr>
        <p:spPr>
          <a:xfrm>
            <a:off x="8278605" y="5966277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وَجِلَ زَيْدٌ</a:t>
            </a:r>
            <a:endParaRPr lang="tr-TR" dirty="0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FB5B4BDD-81DD-2605-42BE-A7DE838E3EDC}"/>
              </a:ext>
            </a:extLst>
          </p:cNvPr>
          <p:cNvSpPr txBox="1"/>
          <p:nvPr/>
        </p:nvSpPr>
        <p:spPr>
          <a:xfrm>
            <a:off x="8241821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Korktu.</a:t>
            </a:r>
          </a:p>
        </p:txBody>
      </p:sp>
    </p:spTree>
    <p:extLst>
      <p:ext uri="{BB962C8B-B14F-4D97-AF65-F5344CB8AC3E}">
        <p14:creationId xmlns:p14="http://schemas.microsoft.com/office/powerpoint/2010/main" val="1172482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</a:t>
            </a:r>
            <a:r>
              <a:rPr lang="ar-AE" dirty="0"/>
              <a:t>5</a:t>
            </a:r>
            <a:r>
              <a:rPr lang="tr-TR" dirty="0"/>
              <a:t>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فَعُلَ – يَفْعُلُ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fiilinin mazide ve </a:t>
            </a:r>
            <a:r>
              <a:rPr lang="tr-TR" dirty="0" err="1">
                <a:solidFill>
                  <a:schemeClr val="tx1"/>
                </a:solidFill>
              </a:rPr>
              <a:t>muzari</a:t>
            </a:r>
            <a:r>
              <a:rPr lang="tr-TR" dirty="0">
                <a:solidFill>
                  <a:schemeClr val="tx1"/>
                </a:solidFill>
              </a:rPr>
              <a:t> de </a:t>
            </a:r>
            <a:r>
              <a:rPr lang="tr-TR" dirty="0" err="1">
                <a:solidFill>
                  <a:schemeClr val="tx1"/>
                </a:solidFill>
              </a:rPr>
              <a:t>ötreli</a:t>
            </a:r>
            <a:r>
              <a:rPr lang="tr-TR" dirty="0">
                <a:solidFill>
                  <a:schemeClr val="tx1"/>
                </a:solidFill>
              </a:rPr>
              <a:t>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Ancak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فَعُلَ – يَفْعُلُ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حَسُنَ – يَحْسُنُ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B54AC9A5-0960-F7FF-51B4-16170C39A796}"/>
              </a:ext>
            </a:extLst>
          </p:cNvPr>
          <p:cNvSpPr/>
          <p:nvPr/>
        </p:nvSpPr>
        <p:spPr>
          <a:xfrm rot="18876393">
            <a:off x="-831487" y="-167882"/>
            <a:ext cx="2564858" cy="1263088"/>
          </a:xfrm>
          <a:prstGeom prst="triangle">
            <a:avLst>
              <a:gd name="adj" fmla="val 50246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SÜLASİ MÜCERRED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7EB4AB0C-D114-5DBD-BD46-1962650B88B5}"/>
              </a:ext>
            </a:extLst>
          </p:cNvPr>
          <p:cNvSpPr txBox="1"/>
          <p:nvPr/>
        </p:nvSpPr>
        <p:spPr>
          <a:xfrm>
            <a:off x="8278605" y="5591192"/>
            <a:ext cx="1423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Lazım Misal: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2D93296C-2C90-D200-E369-5AFED55B236E}"/>
              </a:ext>
            </a:extLst>
          </p:cNvPr>
          <p:cNvSpPr txBox="1"/>
          <p:nvPr/>
        </p:nvSpPr>
        <p:spPr>
          <a:xfrm>
            <a:off x="8278605" y="5966277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حَسُنَ زَيْدٌ</a:t>
            </a:r>
            <a:endParaRPr lang="tr-TR" dirty="0"/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D49C6B61-A306-AF2C-58E0-5A7314428BFF}"/>
              </a:ext>
            </a:extLst>
          </p:cNvPr>
          <p:cNvSpPr txBox="1"/>
          <p:nvPr/>
        </p:nvSpPr>
        <p:spPr>
          <a:xfrm>
            <a:off x="8241821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Güzel Oldu.</a:t>
            </a:r>
          </a:p>
        </p:txBody>
      </p:sp>
    </p:spTree>
    <p:extLst>
      <p:ext uri="{BB962C8B-B14F-4D97-AF65-F5344CB8AC3E}">
        <p14:creationId xmlns:p14="http://schemas.microsoft.com/office/powerpoint/2010/main" val="1585104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</a:t>
            </a:r>
            <a:r>
              <a:rPr lang="ar-AE" dirty="0"/>
              <a:t>6</a:t>
            </a:r>
            <a:r>
              <a:rPr lang="tr-TR" dirty="0"/>
              <a:t>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فَعِلَ – يَفْعِلُ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fiilinin mazide ve </a:t>
            </a:r>
            <a:r>
              <a:rPr lang="tr-TR" dirty="0" err="1">
                <a:solidFill>
                  <a:schemeClr val="tx1"/>
                </a:solidFill>
              </a:rPr>
              <a:t>muzari</a:t>
            </a:r>
            <a:r>
              <a:rPr lang="tr-TR" dirty="0">
                <a:solidFill>
                  <a:schemeClr val="tx1"/>
                </a:solidFill>
              </a:rPr>
              <a:t> de </a:t>
            </a:r>
            <a:r>
              <a:rPr lang="tr-TR" dirty="0" err="1">
                <a:solidFill>
                  <a:schemeClr val="tx1"/>
                </a:solidFill>
              </a:rPr>
              <a:t>esreli</a:t>
            </a:r>
            <a:r>
              <a:rPr lang="tr-TR" dirty="0">
                <a:solidFill>
                  <a:schemeClr val="tx1"/>
                </a:solidFill>
              </a:rPr>
              <a:t>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فَعِلَ – يَفْعِلُ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حَسِبَ – يَحْسِبُ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67B38F70-5AA0-C01D-9AE6-3891308E0FD1}"/>
              </a:ext>
            </a:extLst>
          </p:cNvPr>
          <p:cNvSpPr/>
          <p:nvPr/>
        </p:nvSpPr>
        <p:spPr>
          <a:xfrm rot="18876393">
            <a:off x="-831487" y="-167882"/>
            <a:ext cx="2564858" cy="1263088"/>
          </a:xfrm>
          <a:prstGeom prst="triangle">
            <a:avLst>
              <a:gd name="adj" fmla="val 50246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SÜLASİ MÜCERRED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78C1F677-EE4A-8D85-1D06-A3CCD2463C84}"/>
              </a:ext>
            </a:extLst>
          </p:cNvPr>
          <p:cNvSpPr txBox="1"/>
          <p:nvPr/>
        </p:nvSpPr>
        <p:spPr>
          <a:xfrm>
            <a:off x="240820" y="5664681"/>
            <a:ext cx="177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>
                <a:solidFill>
                  <a:srgbClr val="FF0000"/>
                </a:solidFill>
              </a:rPr>
              <a:t>Müteaddi</a:t>
            </a:r>
            <a:r>
              <a:rPr lang="tr-TR" dirty="0">
                <a:solidFill>
                  <a:srgbClr val="FF0000"/>
                </a:solidFill>
              </a:rPr>
              <a:t> Misal: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59D8474C-298F-FA06-67A2-1A72279C511C}"/>
              </a:ext>
            </a:extLst>
          </p:cNvPr>
          <p:cNvSpPr txBox="1"/>
          <p:nvPr/>
        </p:nvSpPr>
        <p:spPr>
          <a:xfrm>
            <a:off x="240820" y="6039766"/>
            <a:ext cx="281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حَسِبَ زَيْدٌ عَمْرًا فَضِلًا</a:t>
            </a:r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5845EE09-892D-B146-4C97-314499796742}"/>
              </a:ext>
            </a:extLst>
          </p:cNvPr>
          <p:cNvSpPr txBox="1"/>
          <p:nvPr/>
        </p:nvSpPr>
        <p:spPr>
          <a:xfrm>
            <a:off x="240819" y="6335609"/>
            <a:ext cx="302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</a:t>
            </a:r>
            <a:r>
              <a:rPr lang="tr-TR" dirty="0" err="1"/>
              <a:t>Amr’ı</a:t>
            </a:r>
            <a:r>
              <a:rPr lang="tr-TR" dirty="0"/>
              <a:t> Faziletli Zannetti.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36CC82C6-CAF8-C794-CCF4-435379231F05}"/>
              </a:ext>
            </a:extLst>
          </p:cNvPr>
          <p:cNvSpPr txBox="1"/>
          <p:nvPr/>
        </p:nvSpPr>
        <p:spPr>
          <a:xfrm>
            <a:off x="8278605" y="5591192"/>
            <a:ext cx="1423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Lazım Misal: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29A40184-D636-5E07-EF22-39BDF57CE30E}"/>
              </a:ext>
            </a:extLst>
          </p:cNvPr>
          <p:cNvSpPr txBox="1"/>
          <p:nvPr/>
        </p:nvSpPr>
        <p:spPr>
          <a:xfrm>
            <a:off x="8278605" y="5966277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وَثِقَ زَيْدٌ</a:t>
            </a:r>
            <a:endParaRPr lang="tr-TR" dirty="0"/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813F3A0F-FCF4-8F06-12C2-EDA06DA15B0B}"/>
              </a:ext>
            </a:extLst>
          </p:cNvPr>
          <p:cNvSpPr txBox="1"/>
          <p:nvPr/>
        </p:nvSpPr>
        <p:spPr>
          <a:xfrm>
            <a:off x="8241821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Güvendi.</a:t>
            </a:r>
          </a:p>
        </p:txBody>
      </p:sp>
    </p:spTree>
    <p:extLst>
      <p:ext uri="{BB962C8B-B14F-4D97-AF65-F5344CB8AC3E}">
        <p14:creationId xmlns:p14="http://schemas.microsoft.com/office/powerpoint/2010/main" val="476174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1">
            <a:extLst>
              <a:ext uri="{FF2B5EF4-FFF2-40B4-BE49-F238E27FC236}">
                <a16:creationId xmlns:a16="http://schemas.microsoft.com/office/drawing/2014/main" id="{79C461CA-515D-7874-9B5A-72850FF6879B}"/>
              </a:ext>
            </a:extLst>
          </p:cNvPr>
          <p:cNvSpPr txBox="1">
            <a:spLocks/>
          </p:cNvSpPr>
          <p:nvPr/>
        </p:nvSpPr>
        <p:spPr>
          <a:xfrm>
            <a:off x="838200" y="176842"/>
            <a:ext cx="10515600" cy="113868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68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dirty="0"/>
              <a:t>SÜLASİ MEZİD BABLAR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D3448AD-94A0-3A74-9D3B-88D3307B5360}"/>
              </a:ext>
            </a:extLst>
          </p:cNvPr>
          <p:cNvSpPr/>
          <p:nvPr/>
        </p:nvSpPr>
        <p:spPr>
          <a:xfrm>
            <a:off x="838200" y="1453011"/>
            <a:ext cx="10515600" cy="5228147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AE" dirty="0"/>
              <a:t>ْ</a:t>
            </a:r>
            <a:endParaRPr lang="tr-TR" dirty="0"/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D3F7568A-DE53-DD8C-F882-F95FDA144F97}"/>
              </a:ext>
            </a:extLst>
          </p:cNvPr>
          <p:cNvSpPr/>
          <p:nvPr/>
        </p:nvSpPr>
        <p:spPr>
          <a:xfrm>
            <a:off x="1476375" y="1548442"/>
            <a:ext cx="1676400" cy="419100"/>
          </a:xfrm>
          <a:prstGeom prst="roundRect">
            <a:avLst/>
          </a:prstGeom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1. NEVİ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911C4DAF-28FA-69D0-99B5-E01BA3B2A657}"/>
              </a:ext>
            </a:extLst>
          </p:cNvPr>
          <p:cNvSpPr/>
          <p:nvPr/>
        </p:nvSpPr>
        <p:spPr>
          <a:xfrm>
            <a:off x="5257800" y="1548442"/>
            <a:ext cx="1676400" cy="419100"/>
          </a:xfrm>
          <a:prstGeom prst="roundRect">
            <a:avLst/>
          </a:prstGeom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2. NEVİ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802E9B93-A881-CE24-F79E-AD2CB68C15AA}"/>
              </a:ext>
            </a:extLst>
          </p:cNvPr>
          <p:cNvSpPr/>
          <p:nvPr/>
        </p:nvSpPr>
        <p:spPr>
          <a:xfrm>
            <a:off x="9039227" y="1548442"/>
            <a:ext cx="1676400" cy="419100"/>
          </a:xfrm>
          <a:prstGeom prst="roundRect">
            <a:avLst/>
          </a:prstGeom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3.NEVİ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89603F0F-5AEF-4CE0-5C84-4A3E6DF6DA3C}"/>
              </a:ext>
            </a:extLst>
          </p:cNvPr>
          <p:cNvSpPr/>
          <p:nvPr/>
        </p:nvSpPr>
        <p:spPr>
          <a:xfrm>
            <a:off x="1631156" y="2987165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تَفْعِيلْ</a:t>
            </a:r>
            <a:endParaRPr lang="tr-TR" sz="2400" dirty="0"/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63C62F5F-7013-7159-028C-65E521E78175}"/>
              </a:ext>
            </a:extLst>
          </p:cNvPr>
          <p:cNvSpPr/>
          <p:nvPr/>
        </p:nvSpPr>
        <p:spPr>
          <a:xfrm>
            <a:off x="1631156" y="3751456"/>
            <a:ext cx="1366838" cy="508958"/>
          </a:xfrm>
          <a:prstGeom prst="roundRect">
            <a:avLst>
              <a:gd name="adj" fmla="val 20410"/>
            </a:avLst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مُفَاعَلَة</a:t>
            </a:r>
            <a:endParaRPr lang="tr-TR" sz="2400" dirty="0"/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2CB2E8E5-15EC-2EDF-6866-86E32EF64AC3}"/>
              </a:ext>
            </a:extLst>
          </p:cNvPr>
          <p:cNvSpPr/>
          <p:nvPr/>
        </p:nvSpPr>
        <p:spPr>
          <a:xfrm>
            <a:off x="1631156" y="2222874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اِفْعَل</a:t>
            </a:r>
            <a:endParaRPr lang="tr-TR" sz="2400" dirty="0"/>
          </a:p>
        </p:txBody>
      </p:sp>
      <p:sp>
        <p:nvSpPr>
          <p:cNvPr id="17" name="Dikdörtgen: Köşeleri Yuvarlatılmış 16">
            <a:extLst>
              <a:ext uri="{FF2B5EF4-FFF2-40B4-BE49-F238E27FC236}">
                <a16:creationId xmlns:a16="http://schemas.microsoft.com/office/drawing/2014/main" id="{9D40AE0F-A4D4-65EC-F4EE-D2DE255EF36C}"/>
              </a:ext>
            </a:extLst>
          </p:cNvPr>
          <p:cNvSpPr/>
          <p:nvPr/>
        </p:nvSpPr>
        <p:spPr>
          <a:xfrm>
            <a:off x="5412581" y="2987165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اِفْتِعَالْ</a:t>
            </a:r>
            <a:endParaRPr lang="tr-TR" sz="2400" dirty="0"/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91754700-9D1A-529A-56D8-C17F06C956B6}"/>
              </a:ext>
            </a:extLst>
          </p:cNvPr>
          <p:cNvSpPr/>
          <p:nvPr/>
        </p:nvSpPr>
        <p:spPr>
          <a:xfrm>
            <a:off x="5412581" y="3751456"/>
            <a:ext cx="1366838" cy="508958"/>
          </a:xfrm>
          <a:prstGeom prst="roundRect">
            <a:avLst>
              <a:gd name="adj" fmla="val 20410"/>
            </a:avLst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اِفعِلَالْ</a:t>
            </a:r>
            <a:endParaRPr lang="tr-TR" sz="2400" dirty="0"/>
          </a:p>
        </p:txBody>
      </p:sp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3B0329CD-12E6-CC2A-7383-FBD66BAAA47A}"/>
              </a:ext>
            </a:extLst>
          </p:cNvPr>
          <p:cNvSpPr/>
          <p:nvPr/>
        </p:nvSpPr>
        <p:spPr>
          <a:xfrm>
            <a:off x="5412581" y="2222874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اِنْفِعَالْ</a:t>
            </a:r>
            <a:endParaRPr lang="tr-TR" sz="2400" dirty="0"/>
          </a:p>
        </p:txBody>
      </p:sp>
      <p:sp>
        <p:nvSpPr>
          <p:cNvPr id="20" name="Dikdörtgen: Köşeleri Yuvarlatılmış 19">
            <a:extLst>
              <a:ext uri="{FF2B5EF4-FFF2-40B4-BE49-F238E27FC236}">
                <a16:creationId xmlns:a16="http://schemas.microsoft.com/office/drawing/2014/main" id="{995BF2A5-2130-4A73-4B40-6B29A8E98E77}"/>
              </a:ext>
            </a:extLst>
          </p:cNvPr>
          <p:cNvSpPr/>
          <p:nvPr/>
        </p:nvSpPr>
        <p:spPr>
          <a:xfrm>
            <a:off x="5412581" y="4515747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تَفَعُّل</a:t>
            </a:r>
            <a:endParaRPr lang="tr-TR" sz="2400" dirty="0"/>
          </a:p>
        </p:txBody>
      </p:sp>
      <p:sp>
        <p:nvSpPr>
          <p:cNvPr id="21" name="Dikdörtgen: Köşeleri Yuvarlatılmış 20">
            <a:extLst>
              <a:ext uri="{FF2B5EF4-FFF2-40B4-BE49-F238E27FC236}">
                <a16:creationId xmlns:a16="http://schemas.microsoft.com/office/drawing/2014/main" id="{7835F49D-2F29-D1FA-B8E1-DC7790666D8B}"/>
              </a:ext>
            </a:extLst>
          </p:cNvPr>
          <p:cNvSpPr/>
          <p:nvPr/>
        </p:nvSpPr>
        <p:spPr>
          <a:xfrm>
            <a:off x="5412581" y="5280038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تَفَاعُلْ</a:t>
            </a:r>
            <a:endParaRPr lang="tr-TR" sz="2400" dirty="0"/>
          </a:p>
        </p:txBody>
      </p:sp>
      <p:sp>
        <p:nvSpPr>
          <p:cNvPr id="2" name="Dikdörtgen: Köşeleri Yuvarlatılmış 1">
            <a:extLst>
              <a:ext uri="{FF2B5EF4-FFF2-40B4-BE49-F238E27FC236}">
                <a16:creationId xmlns:a16="http://schemas.microsoft.com/office/drawing/2014/main" id="{3B295E69-6286-6485-1F65-DC910A5E7DBA}"/>
              </a:ext>
            </a:extLst>
          </p:cNvPr>
          <p:cNvSpPr/>
          <p:nvPr/>
        </p:nvSpPr>
        <p:spPr>
          <a:xfrm>
            <a:off x="9348789" y="2987165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اِفْعِيعَالْ</a:t>
            </a:r>
            <a:endParaRPr lang="tr-TR" sz="2400" dirty="0"/>
          </a:p>
        </p:txBody>
      </p:sp>
      <p:sp>
        <p:nvSpPr>
          <p:cNvPr id="3" name="Dikdörtgen: Köşeleri Yuvarlatılmış 2">
            <a:extLst>
              <a:ext uri="{FF2B5EF4-FFF2-40B4-BE49-F238E27FC236}">
                <a16:creationId xmlns:a16="http://schemas.microsoft.com/office/drawing/2014/main" id="{020B9EB4-B12B-15D2-2CDE-2C26A576A8A8}"/>
              </a:ext>
            </a:extLst>
          </p:cNvPr>
          <p:cNvSpPr/>
          <p:nvPr/>
        </p:nvSpPr>
        <p:spPr>
          <a:xfrm>
            <a:off x="9348789" y="3751456"/>
            <a:ext cx="1366838" cy="508958"/>
          </a:xfrm>
          <a:prstGeom prst="roundRect">
            <a:avLst>
              <a:gd name="adj" fmla="val 20410"/>
            </a:avLst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اِفْعِوَّالْ</a:t>
            </a:r>
            <a:endParaRPr lang="tr-TR" sz="2400" dirty="0"/>
          </a:p>
        </p:txBody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A9D5BA4E-799C-9C1F-2433-093781773619}"/>
              </a:ext>
            </a:extLst>
          </p:cNvPr>
          <p:cNvSpPr/>
          <p:nvPr/>
        </p:nvSpPr>
        <p:spPr>
          <a:xfrm>
            <a:off x="9348789" y="2222874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اِسْتِفْعَالْ</a:t>
            </a:r>
            <a:endParaRPr lang="tr-TR" sz="2400" dirty="0"/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F1445398-DE76-9901-EBD8-78A2074808A7}"/>
              </a:ext>
            </a:extLst>
          </p:cNvPr>
          <p:cNvSpPr/>
          <p:nvPr/>
        </p:nvSpPr>
        <p:spPr>
          <a:xfrm>
            <a:off x="9348789" y="4515747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اِفْعِيلَالْ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2392851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1. NEVİ</a:t>
            </a:r>
          </a:p>
          <a:p>
            <a:pPr algn="ctr"/>
            <a:r>
              <a:rPr lang="tr-TR" dirty="0"/>
              <a:t>1. BAB</a:t>
            </a:r>
          </a:p>
          <a:p>
            <a:pPr algn="ctr"/>
            <a:r>
              <a:rPr lang="ar-AE" sz="3200" b="1" dirty="0"/>
              <a:t>اِفْعَل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19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 ziyadesi ile mazisinin 4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اِفْعَلَ – يُفْعِلُ - اِفْعَالًا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82202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اَكْرَمَ – يُكْرِمُ - اِكْرَامًا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NEVİ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65C6BDEB-7525-0D16-56B9-F9CC421B7411}"/>
              </a:ext>
            </a:extLst>
          </p:cNvPr>
          <p:cNvSpPr txBox="1"/>
          <p:nvPr/>
        </p:nvSpPr>
        <p:spPr>
          <a:xfrm>
            <a:off x="240820" y="5664681"/>
            <a:ext cx="177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>
                <a:solidFill>
                  <a:srgbClr val="FF0000"/>
                </a:solidFill>
              </a:rPr>
              <a:t>Müteaddi</a:t>
            </a:r>
            <a:r>
              <a:rPr lang="tr-TR" dirty="0">
                <a:solidFill>
                  <a:srgbClr val="FF0000"/>
                </a:solidFill>
              </a:rPr>
              <a:t> Misal: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B3F13410-D683-4E17-0A56-18995211AA72}"/>
              </a:ext>
            </a:extLst>
          </p:cNvPr>
          <p:cNvSpPr txBox="1"/>
          <p:nvPr/>
        </p:nvSpPr>
        <p:spPr>
          <a:xfrm>
            <a:off x="240820" y="6039766"/>
            <a:ext cx="281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اَكْرَمَ زَيْدٌ عَمْرًا</a:t>
            </a:r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CB0076CA-2B77-37BC-A3CC-D73616A7C50B}"/>
              </a:ext>
            </a:extLst>
          </p:cNvPr>
          <p:cNvSpPr txBox="1"/>
          <p:nvPr/>
        </p:nvSpPr>
        <p:spPr>
          <a:xfrm>
            <a:off x="240819" y="6335609"/>
            <a:ext cx="302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</a:t>
            </a:r>
            <a:r>
              <a:rPr lang="tr-TR" dirty="0" err="1"/>
              <a:t>Amr’a</a:t>
            </a:r>
            <a:r>
              <a:rPr lang="tr-TR" dirty="0"/>
              <a:t> İkram Etti.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CC133AA7-6B40-E5BF-5C7B-DF5E8121FA16}"/>
              </a:ext>
            </a:extLst>
          </p:cNvPr>
          <p:cNvSpPr txBox="1"/>
          <p:nvPr/>
        </p:nvSpPr>
        <p:spPr>
          <a:xfrm>
            <a:off x="8278605" y="5591192"/>
            <a:ext cx="1423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Lazım Misal: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2D074D9A-A2F0-A4FF-2C61-A81F38431ED9}"/>
              </a:ext>
            </a:extLst>
          </p:cNvPr>
          <p:cNvSpPr txBox="1"/>
          <p:nvPr/>
        </p:nvSpPr>
        <p:spPr>
          <a:xfrm>
            <a:off x="8278605" y="5966277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اَصْبَحَ اَلرَّجُلُ</a:t>
            </a:r>
            <a:endParaRPr lang="tr-TR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C766A4B3-36C5-EE21-BC2A-D7A92E0742E9}"/>
              </a:ext>
            </a:extLst>
          </p:cNvPr>
          <p:cNvSpPr txBox="1"/>
          <p:nvPr/>
        </p:nvSpPr>
        <p:spPr>
          <a:xfrm>
            <a:off x="8241821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Adam Sabahladı.</a:t>
            </a:r>
          </a:p>
        </p:txBody>
      </p:sp>
    </p:spTree>
    <p:extLst>
      <p:ext uri="{BB962C8B-B14F-4D97-AF65-F5344CB8AC3E}">
        <p14:creationId xmlns:p14="http://schemas.microsoft.com/office/powerpoint/2010/main" val="2702794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1. NEVİ</a:t>
            </a:r>
          </a:p>
          <a:p>
            <a:pPr algn="ctr"/>
            <a:r>
              <a:rPr lang="tr-TR" dirty="0"/>
              <a:t>2. BAB</a:t>
            </a:r>
          </a:p>
          <a:p>
            <a:pPr algn="ctr"/>
            <a:r>
              <a:rPr lang="ar-AE" sz="3200" b="1" dirty="0"/>
              <a:t>تَفْعِيلْ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080655"/>
            <a:ext cx="3709359" cy="1233919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Fael</a:t>
            </a:r>
            <a:r>
              <a:rPr lang="tr-TR" dirty="0">
                <a:solidFill>
                  <a:schemeClr val="tx1"/>
                </a:solidFill>
              </a:rPr>
              <a:t> fiili ile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arasına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cinsinden bir harf ziyadesi ile mazisinin 4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Teksir (Çokluk) İçindir.</a:t>
            </a:r>
          </a:p>
          <a:p>
            <a:r>
              <a:rPr lang="tr-TR" dirty="0">
                <a:solidFill>
                  <a:schemeClr val="tx1"/>
                </a:solidFill>
              </a:rPr>
              <a:t>Fiil veya Fail  veya Meful de bulunabilir.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فَعَّلَ – يُفَعِّلُ - تَفْعِيلًا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82202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فَرَّحَ – يُفَرِّحُ - تَفْرِيحًا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B2BAFADC-F4D7-1E24-FACD-44F09F60A8DC}"/>
              </a:ext>
            </a:extLst>
          </p:cNvPr>
          <p:cNvSpPr/>
          <p:nvPr/>
        </p:nvSpPr>
        <p:spPr>
          <a:xfrm rot="18876393">
            <a:off x="-819269" y="-172992"/>
            <a:ext cx="2549208" cy="1259992"/>
          </a:xfrm>
          <a:prstGeom prst="triangle">
            <a:avLst>
              <a:gd name="adj" fmla="val 50270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NEVİ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82144A74-894B-38C1-98F5-A9CE3151786D}"/>
              </a:ext>
            </a:extLst>
          </p:cNvPr>
          <p:cNvSpPr txBox="1"/>
          <p:nvPr/>
        </p:nvSpPr>
        <p:spPr>
          <a:xfrm>
            <a:off x="240820" y="5664681"/>
            <a:ext cx="1436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Failde Misal: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6485F9D5-5356-1773-DE2C-0AF6AA2759EF}"/>
              </a:ext>
            </a:extLst>
          </p:cNvPr>
          <p:cNvSpPr txBox="1"/>
          <p:nvPr/>
        </p:nvSpPr>
        <p:spPr>
          <a:xfrm>
            <a:off x="240820" y="6039766"/>
            <a:ext cx="281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مَوَّتَ الْاِبِلُ</a:t>
            </a:r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FAC8DE33-11CB-4126-4FAF-484210B1773E}"/>
              </a:ext>
            </a:extLst>
          </p:cNvPr>
          <p:cNvSpPr txBox="1"/>
          <p:nvPr/>
        </p:nvSpPr>
        <p:spPr>
          <a:xfrm>
            <a:off x="240819" y="6335609"/>
            <a:ext cx="302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Develer Öldü.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A344AB4F-529D-EF9A-B3F2-E75CCA5044C2}"/>
              </a:ext>
            </a:extLst>
          </p:cNvPr>
          <p:cNvSpPr txBox="1"/>
          <p:nvPr/>
        </p:nvSpPr>
        <p:spPr>
          <a:xfrm>
            <a:off x="8278605" y="5591192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Mefulde Misal: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93D6236E-0BE6-126C-8E38-D1362B8706A9}"/>
              </a:ext>
            </a:extLst>
          </p:cNvPr>
          <p:cNvSpPr txBox="1"/>
          <p:nvPr/>
        </p:nvSpPr>
        <p:spPr>
          <a:xfrm>
            <a:off x="8278605" y="5966277"/>
            <a:ext cx="197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غَلَّقَ زَيْدٌ اَلْاَبْوَبَ</a:t>
            </a:r>
            <a:endParaRPr lang="tr-TR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C0AB2F71-4E8F-BC20-264E-4BC959771FFD}"/>
              </a:ext>
            </a:extLst>
          </p:cNvPr>
          <p:cNvSpPr txBox="1"/>
          <p:nvPr/>
        </p:nvSpPr>
        <p:spPr>
          <a:xfrm>
            <a:off x="8241821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Çok kapıları kapattı.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93111C23-5E23-69C2-DF86-861A738A0234}"/>
              </a:ext>
            </a:extLst>
          </p:cNvPr>
          <p:cNvSpPr txBox="1"/>
          <p:nvPr/>
        </p:nvSpPr>
        <p:spPr>
          <a:xfrm>
            <a:off x="240819" y="4494566"/>
            <a:ext cx="1413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Fiilde Misal: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4A7CF6DD-2B92-F5BE-5F89-CB11BBB5E117}"/>
              </a:ext>
            </a:extLst>
          </p:cNvPr>
          <p:cNvSpPr txBox="1"/>
          <p:nvPr/>
        </p:nvSpPr>
        <p:spPr>
          <a:xfrm>
            <a:off x="240819" y="4869651"/>
            <a:ext cx="281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طَوَّفَ زَيْدٌ الْكَعْبَةَ</a:t>
            </a:r>
            <a:endParaRPr lang="tr-TR" dirty="0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276CE77E-52BE-6BAA-BB51-AEC7CE8DB5BD}"/>
              </a:ext>
            </a:extLst>
          </p:cNvPr>
          <p:cNvSpPr txBox="1"/>
          <p:nvPr/>
        </p:nvSpPr>
        <p:spPr>
          <a:xfrm>
            <a:off x="240818" y="5165494"/>
            <a:ext cx="302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Kabe’yi çok tavaf etti.</a:t>
            </a:r>
          </a:p>
        </p:txBody>
      </p:sp>
    </p:spTree>
    <p:extLst>
      <p:ext uri="{BB962C8B-B14F-4D97-AF65-F5344CB8AC3E}">
        <p14:creationId xmlns:p14="http://schemas.microsoft.com/office/powerpoint/2010/main" val="3510619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1. NEVİ</a:t>
            </a:r>
          </a:p>
          <a:p>
            <a:pPr algn="ctr"/>
            <a:r>
              <a:rPr lang="tr-TR" dirty="0"/>
              <a:t>3.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مُفَاعَلَة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080655"/>
            <a:ext cx="3709359" cy="1233919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Fael</a:t>
            </a:r>
            <a:r>
              <a:rPr lang="tr-TR" dirty="0">
                <a:solidFill>
                  <a:schemeClr val="tx1"/>
                </a:solidFill>
              </a:rPr>
              <a:t> fiili ile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arasına Elif(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 harfi ziyadesi ile mazisinin 4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İki kişi arasında müşareket içindir. Bazen 1 kişi için olur.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0" y="2660554"/>
            <a:ext cx="3887835" cy="2036137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فَاعَلَ – يُفَاعِلُ - مُفَاعَلةً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وَفِعَالًا	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وَفِيعَالًا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4E134ADB-7908-A9FF-5CE0-9B05BB295681}"/>
              </a:ext>
            </a:extLst>
          </p:cNvPr>
          <p:cNvSpPr/>
          <p:nvPr/>
        </p:nvSpPr>
        <p:spPr>
          <a:xfrm rot="18876393">
            <a:off x="-824444" y="-170828"/>
            <a:ext cx="2555288" cy="1259992"/>
          </a:xfrm>
          <a:prstGeom prst="triangle">
            <a:avLst>
              <a:gd name="adj" fmla="val 50457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NEVİ</a:t>
            </a:r>
          </a:p>
        </p:txBody>
      </p:sp>
      <p:sp>
        <p:nvSpPr>
          <p:cNvPr id="3" name="Dikdörtgen: Üst Köşeleri Yuvarlatılmış 2">
            <a:extLst>
              <a:ext uri="{FF2B5EF4-FFF2-40B4-BE49-F238E27FC236}">
                <a16:creationId xmlns:a16="http://schemas.microsoft.com/office/drawing/2014/main" id="{16556FBF-2049-6A2C-26B7-A2557790BAD6}"/>
              </a:ext>
            </a:extLst>
          </p:cNvPr>
          <p:cNvSpPr/>
          <p:nvPr/>
        </p:nvSpPr>
        <p:spPr>
          <a:xfrm>
            <a:off x="4152081" y="4593784"/>
            <a:ext cx="3887835" cy="2097962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قَاتَلَ – يُقَاتِلُ - مُقَاتَلَةََ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وَقِتَالًا   		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وَقِيتَالًا   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799B0842-999C-8615-F322-C18681BCD3DC}"/>
              </a:ext>
            </a:extLst>
          </p:cNvPr>
          <p:cNvSpPr txBox="1"/>
          <p:nvPr/>
        </p:nvSpPr>
        <p:spPr>
          <a:xfrm>
            <a:off x="240820" y="5664681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İki Kişi Misal: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C18C3DFC-2675-CF4A-AA0D-3F527FCE5185}"/>
              </a:ext>
            </a:extLst>
          </p:cNvPr>
          <p:cNvSpPr txBox="1"/>
          <p:nvPr/>
        </p:nvSpPr>
        <p:spPr>
          <a:xfrm>
            <a:off x="240820" y="6039766"/>
            <a:ext cx="281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قَاتَلَ زَيْدٌ عَمْرًا</a:t>
            </a:r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C3CCC768-D77B-805F-3790-159790E6B439}"/>
              </a:ext>
            </a:extLst>
          </p:cNvPr>
          <p:cNvSpPr txBox="1"/>
          <p:nvPr/>
        </p:nvSpPr>
        <p:spPr>
          <a:xfrm>
            <a:off x="240819" y="6335609"/>
            <a:ext cx="302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</a:t>
            </a:r>
            <a:r>
              <a:rPr lang="tr-TR" dirty="0" err="1"/>
              <a:t>Amr’ı</a:t>
            </a:r>
            <a:r>
              <a:rPr lang="tr-TR" dirty="0"/>
              <a:t> Öldürdü.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443DC411-7966-8D5D-62A2-28602D021630}"/>
              </a:ext>
            </a:extLst>
          </p:cNvPr>
          <p:cNvSpPr txBox="1"/>
          <p:nvPr/>
        </p:nvSpPr>
        <p:spPr>
          <a:xfrm>
            <a:off x="8278605" y="5591192"/>
            <a:ext cx="1554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Tek Kişi Misal: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242FC698-6075-9DCC-159D-6F1FB9AAFDFD}"/>
              </a:ext>
            </a:extLst>
          </p:cNvPr>
          <p:cNvSpPr txBox="1"/>
          <p:nvPr/>
        </p:nvSpPr>
        <p:spPr>
          <a:xfrm>
            <a:off x="8278605" y="5966277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قَاتَلَهُمُ اللَّهُ</a:t>
            </a:r>
            <a:endParaRPr lang="tr-TR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9122CF18-F0FC-3F68-566C-94B47D65EF23}"/>
              </a:ext>
            </a:extLst>
          </p:cNvPr>
          <p:cNvSpPr txBox="1"/>
          <p:nvPr/>
        </p:nvSpPr>
        <p:spPr>
          <a:xfrm>
            <a:off x="8241821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Allah </a:t>
            </a:r>
            <a:r>
              <a:rPr lang="tr-TR"/>
              <a:t>Onları Katletsin.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34713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</a:t>
            </a:r>
            <a:r>
              <a:rPr lang="ar-AE" dirty="0"/>
              <a:t>2</a:t>
            </a:r>
            <a:r>
              <a:rPr lang="tr-TR" dirty="0"/>
              <a:t>. NEVİ</a:t>
            </a:r>
          </a:p>
          <a:p>
            <a:pPr algn="ctr"/>
            <a:r>
              <a:rPr lang="ar-AE" dirty="0"/>
              <a:t>1</a:t>
            </a:r>
            <a:r>
              <a:rPr lang="tr-TR" dirty="0"/>
              <a:t>. BAB</a:t>
            </a:r>
          </a:p>
          <a:p>
            <a:pPr algn="ctr"/>
            <a:r>
              <a:rPr lang="ar-AE" sz="3200" b="1" dirty="0"/>
              <a:t>اِنْفِعَالْ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19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 ve </a:t>
            </a:r>
            <a:r>
              <a:rPr lang="tr-TR" dirty="0" err="1">
                <a:solidFill>
                  <a:schemeClr val="tx1"/>
                </a:solidFill>
              </a:rPr>
              <a:t>Nun</a:t>
            </a:r>
            <a:r>
              <a:rPr lang="tr-TR" dirty="0">
                <a:solidFill>
                  <a:schemeClr val="tx1"/>
                </a:solidFill>
              </a:rPr>
              <a:t>(</a:t>
            </a:r>
            <a:r>
              <a:rPr lang="ar-AE" dirty="0">
                <a:solidFill>
                  <a:schemeClr val="tx1"/>
                </a:solidFill>
              </a:rPr>
              <a:t>ن</a:t>
            </a:r>
            <a:r>
              <a:rPr lang="tr-TR" dirty="0">
                <a:solidFill>
                  <a:schemeClr val="tx1"/>
                </a:solidFill>
              </a:rPr>
              <a:t>) harfleri ziyadesi ile mazisinin 5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Mutavaat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اِنْفَعَلَ – يَنْفَعِلُ - اِنْفِعَالًا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131426" y="4543425"/>
            <a:ext cx="3931920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اِنْكَسَرَ– يَنْكَسِرُ- اِنْكِسَارًا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AE" sz="2400" b="1" dirty="0">
                <a:solidFill>
                  <a:schemeClr val="bg1"/>
                </a:solidFill>
              </a:rPr>
              <a:t>2</a:t>
            </a:r>
            <a:r>
              <a:rPr lang="tr-TR" sz="2400" b="1" dirty="0">
                <a:solidFill>
                  <a:schemeClr val="bg1"/>
                </a:solidFill>
              </a:rPr>
              <a:t>. NEVİ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8B7060DF-2A7A-F63E-A901-D62DC998F296}"/>
              </a:ext>
            </a:extLst>
          </p:cNvPr>
          <p:cNvSpPr txBox="1"/>
          <p:nvPr/>
        </p:nvSpPr>
        <p:spPr>
          <a:xfrm>
            <a:off x="242663" y="5104053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Misal: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E02432A8-3EDD-F375-BF2C-A4425B873D2A}"/>
              </a:ext>
            </a:extLst>
          </p:cNvPr>
          <p:cNvSpPr txBox="1"/>
          <p:nvPr/>
        </p:nvSpPr>
        <p:spPr>
          <a:xfrm>
            <a:off x="218069" y="5428449"/>
            <a:ext cx="281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كَسَرْتُ الزُّجَاجَ </a:t>
            </a:r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5CB9E22E-E8A5-418C-F732-B2DADECFC7CD}"/>
              </a:ext>
            </a:extLst>
          </p:cNvPr>
          <p:cNvSpPr txBox="1"/>
          <p:nvPr/>
        </p:nvSpPr>
        <p:spPr>
          <a:xfrm>
            <a:off x="240818" y="5797781"/>
            <a:ext cx="302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Ben camı kırdım.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756193AF-6E9A-B434-3DB3-81B994356130}"/>
              </a:ext>
            </a:extLst>
          </p:cNvPr>
          <p:cNvSpPr txBox="1"/>
          <p:nvPr/>
        </p:nvSpPr>
        <p:spPr>
          <a:xfrm>
            <a:off x="226381" y="6122177"/>
            <a:ext cx="281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فَانْكَسَرَ الزُّجَاجُ</a:t>
            </a:r>
            <a:endParaRPr lang="tr-TR"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26F0D5DA-0338-5DDC-8ED9-A60353D7016A}"/>
              </a:ext>
            </a:extLst>
          </p:cNvPr>
          <p:cNvSpPr txBox="1"/>
          <p:nvPr/>
        </p:nvSpPr>
        <p:spPr>
          <a:xfrm>
            <a:off x="240818" y="6491509"/>
            <a:ext cx="302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Şu camda hemen kırıldı</a:t>
            </a:r>
          </a:p>
        </p:txBody>
      </p:sp>
    </p:spTree>
    <p:extLst>
      <p:ext uri="{BB962C8B-B14F-4D97-AF65-F5344CB8AC3E}">
        <p14:creationId xmlns:p14="http://schemas.microsoft.com/office/powerpoint/2010/main" val="867089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</a:t>
            </a:r>
            <a:r>
              <a:rPr lang="ar-AE" dirty="0"/>
              <a:t>2</a:t>
            </a:r>
            <a:r>
              <a:rPr lang="tr-TR" dirty="0"/>
              <a:t>. NEVİ</a:t>
            </a:r>
          </a:p>
          <a:p>
            <a:pPr algn="ctr"/>
            <a:r>
              <a:rPr lang="ar-AE" dirty="0"/>
              <a:t>2</a:t>
            </a:r>
            <a:r>
              <a:rPr lang="tr-TR" dirty="0"/>
              <a:t>. BAB</a:t>
            </a:r>
          </a:p>
          <a:p>
            <a:pPr algn="ctr"/>
            <a:r>
              <a:rPr lang="ar-AE" sz="3200" b="1" dirty="0"/>
              <a:t>اِفْتِعَالْ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13905"/>
            <a:ext cx="3709359" cy="1200670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 </a:t>
            </a:r>
            <a:r>
              <a:rPr lang="tr-TR" dirty="0" err="1">
                <a:solidFill>
                  <a:schemeClr val="tx1"/>
                </a:solidFill>
              </a:rPr>
              <a:t>fael</a:t>
            </a:r>
            <a:r>
              <a:rPr lang="tr-TR" dirty="0">
                <a:solidFill>
                  <a:schemeClr val="tx1"/>
                </a:solidFill>
              </a:rPr>
              <a:t> fiili ile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arasına Te(</a:t>
            </a:r>
            <a:r>
              <a:rPr lang="ar-AE" dirty="0">
                <a:solidFill>
                  <a:schemeClr val="tx1"/>
                </a:solidFill>
              </a:rPr>
              <a:t>ت</a:t>
            </a:r>
            <a:r>
              <a:rPr lang="tr-TR" dirty="0">
                <a:solidFill>
                  <a:schemeClr val="tx1"/>
                </a:solidFill>
              </a:rPr>
              <a:t>) harfleri ziyadesi ile mazisinin </a:t>
            </a:r>
            <a:r>
              <a:rPr lang="ar-AE" dirty="0">
                <a:solidFill>
                  <a:schemeClr val="tx1"/>
                </a:solidFill>
              </a:rPr>
              <a:t>5</a:t>
            </a:r>
            <a:r>
              <a:rPr lang="tr-TR" dirty="0">
                <a:solidFill>
                  <a:schemeClr val="tx1"/>
                </a:solidFill>
              </a:rPr>
              <a:t>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Mutavaat içindir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اِفْتَعَلَ – يَفْتَعِلُ - اِفْتِعَالًا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031673" y="4543425"/>
            <a:ext cx="4210148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اِجْتَمَعَ – يَجْتَمِعُ - اِجْتِمَاعًا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AE" sz="2400" b="1" dirty="0">
                <a:solidFill>
                  <a:schemeClr val="bg1"/>
                </a:solidFill>
              </a:rPr>
              <a:t>2</a:t>
            </a:r>
            <a:r>
              <a:rPr lang="tr-TR" sz="2400" b="1" dirty="0">
                <a:solidFill>
                  <a:schemeClr val="bg1"/>
                </a:solidFill>
              </a:rPr>
              <a:t>. NEVİ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1CFC5862-95EC-21C8-FA65-A60214E31CD4}"/>
              </a:ext>
            </a:extLst>
          </p:cNvPr>
          <p:cNvSpPr txBox="1"/>
          <p:nvPr/>
        </p:nvSpPr>
        <p:spPr>
          <a:xfrm>
            <a:off x="242663" y="5104053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Misal: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FE7F2C9E-6707-4090-321F-3DF8ABBB1783}"/>
              </a:ext>
            </a:extLst>
          </p:cNvPr>
          <p:cNvSpPr txBox="1"/>
          <p:nvPr/>
        </p:nvSpPr>
        <p:spPr>
          <a:xfrm>
            <a:off x="218069" y="5428449"/>
            <a:ext cx="281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جَمَعْتُ الاِبِلِ </a:t>
            </a:r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7199B9BC-BE8B-EB87-4A32-E6376E1C4334}"/>
              </a:ext>
            </a:extLst>
          </p:cNvPr>
          <p:cNvSpPr txBox="1"/>
          <p:nvPr/>
        </p:nvSpPr>
        <p:spPr>
          <a:xfrm>
            <a:off x="240818" y="5797781"/>
            <a:ext cx="302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Ben develeri topladım.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24BA7104-E62C-FB4C-5C9D-8F9220720BD8}"/>
              </a:ext>
            </a:extLst>
          </p:cNvPr>
          <p:cNvSpPr txBox="1"/>
          <p:nvPr/>
        </p:nvSpPr>
        <p:spPr>
          <a:xfrm>
            <a:off x="218069" y="6154497"/>
            <a:ext cx="281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dirty="0"/>
              <a:t>فَاجْتَمَعَ ذَالِكَ الاِبِلُ</a:t>
            </a:r>
            <a:endParaRPr lang="tr-TR"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0B68953-278F-A5E5-D33A-8CA07F38431D}"/>
              </a:ext>
            </a:extLst>
          </p:cNvPr>
          <p:cNvSpPr txBox="1"/>
          <p:nvPr/>
        </p:nvSpPr>
        <p:spPr>
          <a:xfrm>
            <a:off x="240818" y="6491509"/>
            <a:ext cx="3242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Şu develerde hemen toplandı.</a:t>
            </a:r>
          </a:p>
        </p:txBody>
      </p:sp>
    </p:spTree>
    <p:extLst>
      <p:ext uri="{BB962C8B-B14F-4D97-AF65-F5344CB8AC3E}">
        <p14:creationId xmlns:p14="http://schemas.microsoft.com/office/powerpoint/2010/main" val="2155816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</a:t>
            </a:r>
            <a:r>
              <a:rPr lang="ar-AE" dirty="0"/>
              <a:t>2</a:t>
            </a:r>
            <a:r>
              <a:rPr lang="tr-TR" dirty="0"/>
              <a:t>. NEVİ</a:t>
            </a:r>
          </a:p>
          <a:p>
            <a:pPr algn="ctr"/>
            <a:r>
              <a:rPr lang="ar-AE" dirty="0"/>
              <a:t>3</a:t>
            </a:r>
            <a:r>
              <a:rPr lang="tr-TR" dirty="0"/>
              <a:t>. BAB</a:t>
            </a:r>
          </a:p>
          <a:p>
            <a:pPr algn="ctr"/>
            <a:r>
              <a:rPr lang="ar-AE" sz="3200" b="1" dirty="0"/>
              <a:t>اِفعِلَالْ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05593"/>
            <a:ext cx="3709359" cy="1208981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</a:t>
            </a:r>
            <a:r>
              <a:rPr lang="ar-AE" dirty="0">
                <a:solidFill>
                  <a:schemeClr val="tx1"/>
                </a:solidFill>
              </a:rPr>
              <a:t>  </a:t>
            </a:r>
            <a:r>
              <a:rPr lang="tr-TR" dirty="0">
                <a:solidFill>
                  <a:schemeClr val="tx1"/>
                </a:solidFill>
              </a:rPr>
              <a:t> sonuna lamel fiili cinsinden bir harf  ziyadesi ile mazisinin 4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Lazımın mübalağası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اِفْعَلَّ – يَفْعَلُّ - اِفْعِلَالًا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095748" y="4543425"/>
            <a:ext cx="4000501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اِحْمَرَّ – يَحْمَرُّ - اِحْمِرَارًا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AE" sz="2400" b="1" dirty="0">
                <a:solidFill>
                  <a:schemeClr val="bg1"/>
                </a:solidFill>
              </a:rPr>
              <a:t>2</a:t>
            </a:r>
            <a:r>
              <a:rPr lang="tr-TR" sz="2400" b="1" dirty="0">
                <a:solidFill>
                  <a:schemeClr val="bg1"/>
                </a:solidFill>
              </a:rPr>
              <a:t>. NEVİ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E725CA31-5909-3E34-A82A-43DBBD315E32}"/>
              </a:ext>
            </a:extLst>
          </p:cNvPr>
          <p:cNvSpPr txBox="1"/>
          <p:nvPr/>
        </p:nvSpPr>
        <p:spPr>
          <a:xfrm>
            <a:off x="240820" y="5664681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Renk İçin Misal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9AFA29D9-E02A-A727-AA1E-2F89206EBB96}"/>
              </a:ext>
            </a:extLst>
          </p:cNvPr>
          <p:cNvSpPr txBox="1"/>
          <p:nvPr/>
        </p:nvSpPr>
        <p:spPr>
          <a:xfrm>
            <a:off x="240820" y="6039766"/>
            <a:ext cx="2812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sz="2400" dirty="0"/>
              <a:t>اِحْمَرَّ</a:t>
            </a:r>
            <a:r>
              <a:rPr lang="ar-AE" dirty="0"/>
              <a:t> </a:t>
            </a:r>
            <a:r>
              <a:rPr lang="ar-AE" sz="2400" dirty="0"/>
              <a:t>زَيْدٌ</a:t>
            </a:r>
            <a:endParaRPr lang="tr-TR" dirty="0"/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3FBAE9AA-0A2C-AADC-6081-2C3DC8A185C3}"/>
              </a:ext>
            </a:extLst>
          </p:cNvPr>
          <p:cNvSpPr txBox="1"/>
          <p:nvPr/>
        </p:nvSpPr>
        <p:spPr>
          <a:xfrm>
            <a:off x="240819" y="6335609"/>
            <a:ext cx="302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çok </a:t>
            </a:r>
            <a:r>
              <a:rPr lang="tr-TR" dirty="0" err="1"/>
              <a:t>kızard</a:t>
            </a:r>
            <a:r>
              <a:rPr lang="tr-TR" dirty="0"/>
              <a:t>.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15ED020D-8E2B-27B0-574D-5AA8496507E4}"/>
              </a:ext>
            </a:extLst>
          </p:cNvPr>
          <p:cNvSpPr txBox="1"/>
          <p:nvPr/>
        </p:nvSpPr>
        <p:spPr>
          <a:xfrm>
            <a:off x="8278605" y="5591192"/>
            <a:ext cx="1660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Ayıp İçin Misal: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E2362809-7658-CAD1-D1BD-DED21642C158}"/>
              </a:ext>
            </a:extLst>
          </p:cNvPr>
          <p:cNvSpPr txBox="1"/>
          <p:nvPr/>
        </p:nvSpPr>
        <p:spPr>
          <a:xfrm>
            <a:off x="8278605" y="5966277"/>
            <a:ext cx="1311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sz="2400" dirty="0"/>
              <a:t>اِعْوَرَّ زَيْدٌ</a:t>
            </a:r>
            <a:endParaRPr lang="tr-TR" sz="2400" dirty="0"/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33F84081-D7E9-6E67-4344-6A49B312A9E1}"/>
              </a:ext>
            </a:extLst>
          </p:cNvPr>
          <p:cNvSpPr txBox="1"/>
          <p:nvPr/>
        </p:nvSpPr>
        <p:spPr>
          <a:xfrm>
            <a:off x="8241821" y="6335609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tek gözlü oldu.</a:t>
            </a:r>
          </a:p>
        </p:txBody>
      </p:sp>
    </p:spTree>
    <p:extLst>
      <p:ext uri="{BB962C8B-B14F-4D97-AF65-F5344CB8AC3E}">
        <p14:creationId xmlns:p14="http://schemas.microsoft.com/office/powerpoint/2010/main" val="1671729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</a:t>
            </a:r>
            <a:r>
              <a:rPr lang="ar-AE" dirty="0"/>
              <a:t>2</a:t>
            </a:r>
            <a:r>
              <a:rPr lang="tr-TR" dirty="0"/>
              <a:t>. NEVİ</a:t>
            </a:r>
          </a:p>
          <a:p>
            <a:pPr algn="ctr"/>
            <a:r>
              <a:rPr lang="ar-AE" dirty="0"/>
              <a:t>4</a:t>
            </a:r>
            <a:r>
              <a:rPr lang="tr-TR" dirty="0"/>
              <a:t>. BAB</a:t>
            </a:r>
          </a:p>
          <a:p>
            <a:pPr algn="ctr"/>
            <a:r>
              <a:rPr lang="tr-TR" sz="3200" b="1" dirty="0"/>
              <a:t>  </a:t>
            </a:r>
            <a:r>
              <a:rPr lang="ar-AE" sz="3200" dirty="0"/>
              <a:t> </a:t>
            </a:r>
            <a:r>
              <a:rPr lang="ar-AE" sz="3200" b="1" dirty="0"/>
              <a:t>تَفَعُّل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014153"/>
            <a:ext cx="3709359" cy="1300421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Te(</a:t>
            </a:r>
            <a:r>
              <a:rPr lang="ar-AE" dirty="0">
                <a:solidFill>
                  <a:schemeClr val="tx1"/>
                </a:solidFill>
              </a:rPr>
              <a:t>ت</a:t>
            </a:r>
            <a:r>
              <a:rPr lang="tr-TR" dirty="0">
                <a:solidFill>
                  <a:schemeClr val="tx1"/>
                </a:solidFill>
              </a:rPr>
              <a:t>)</a:t>
            </a:r>
            <a:r>
              <a:rPr lang="ar-AE" dirty="0">
                <a:solidFill>
                  <a:schemeClr val="tx1"/>
                </a:solidFill>
              </a:rPr>
              <a:t>  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fael</a:t>
            </a:r>
            <a:r>
              <a:rPr lang="tr-TR" dirty="0">
                <a:solidFill>
                  <a:schemeClr val="tx1"/>
                </a:solidFill>
              </a:rPr>
              <a:t> fiili ile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arasına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cinsinden harfler ziyadesi ile mazisinin 5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Tekellüf içindir(Talep edilen bir şeyin derece </a:t>
            </a:r>
            <a:r>
              <a:rPr lang="tr-TR" dirty="0" err="1">
                <a:solidFill>
                  <a:schemeClr val="tx1"/>
                </a:solidFill>
              </a:rPr>
              <a:t>derece</a:t>
            </a:r>
            <a:r>
              <a:rPr lang="tr-TR" dirty="0">
                <a:solidFill>
                  <a:schemeClr val="tx1"/>
                </a:solidFill>
              </a:rPr>
              <a:t> elde edilmesidir.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063345" y="2868371"/>
            <a:ext cx="388783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تَفَعَّلَ – يَتَفَعَّلُ - تَفَعُّلًا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82202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تَكَلَّمَ – يَتَكَلَّمُ - تَكَلُّمًا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AE" sz="2400" b="1" dirty="0">
                <a:solidFill>
                  <a:schemeClr val="bg1"/>
                </a:solidFill>
              </a:rPr>
              <a:t>2</a:t>
            </a:r>
            <a:r>
              <a:rPr lang="tr-TR" sz="2400" b="1" dirty="0">
                <a:solidFill>
                  <a:schemeClr val="bg1"/>
                </a:solidFill>
              </a:rPr>
              <a:t>. NEVİ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3322415E-899F-D7D5-A92F-EDF3D27C65CC}"/>
              </a:ext>
            </a:extLst>
          </p:cNvPr>
          <p:cNvSpPr txBox="1"/>
          <p:nvPr/>
        </p:nvSpPr>
        <p:spPr>
          <a:xfrm>
            <a:off x="240819" y="4830030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İki Kişi Misal: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1CDB71B0-0029-0FC4-87CB-25E67CF9FF43}"/>
              </a:ext>
            </a:extLst>
          </p:cNvPr>
          <p:cNvSpPr txBox="1"/>
          <p:nvPr/>
        </p:nvSpPr>
        <p:spPr>
          <a:xfrm>
            <a:off x="240819" y="5480015"/>
            <a:ext cx="2901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sz="2400" dirty="0"/>
              <a:t>تَعَلَّمْتُ العِلْمَ مَسْئَلَةً بَعْدَ مَسْئَلَةٍ</a:t>
            </a:r>
            <a:endParaRPr lang="tr-TR" sz="2400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D7A79653-B068-64C8-1354-6ADAEDF64559}"/>
              </a:ext>
            </a:extLst>
          </p:cNvPr>
          <p:cNvSpPr txBox="1"/>
          <p:nvPr/>
        </p:nvSpPr>
        <p:spPr>
          <a:xfrm>
            <a:off x="240819" y="6130000"/>
            <a:ext cx="3117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İlmi mesele mesele öğrendim</a:t>
            </a:r>
          </a:p>
        </p:txBody>
      </p:sp>
    </p:spTree>
    <p:extLst>
      <p:ext uri="{BB962C8B-B14F-4D97-AF65-F5344CB8AC3E}">
        <p14:creationId xmlns:p14="http://schemas.microsoft.com/office/powerpoint/2010/main" val="3596893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</a:t>
            </a:r>
            <a:r>
              <a:rPr lang="ar-AE" dirty="0"/>
              <a:t>2</a:t>
            </a:r>
            <a:r>
              <a:rPr lang="tr-TR" dirty="0"/>
              <a:t>. NEVİ</a:t>
            </a:r>
          </a:p>
          <a:p>
            <a:pPr algn="ctr"/>
            <a:r>
              <a:rPr lang="ar-AE" dirty="0"/>
              <a:t>5</a:t>
            </a:r>
            <a:r>
              <a:rPr lang="tr-TR" dirty="0"/>
              <a:t>. BAB</a:t>
            </a:r>
          </a:p>
          <a:p>
            <a:pPr algn="ctr"/>
            <a:r>
              <a:rPr lang="ar-AE" sz="3200" b="1" dirty="0"/>
              <a:t>تَفَاعُلْ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005841"/>
            <a:ext cx="3709359" cy="1308734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Te(</a:t>
            </a:r>
            <a:r>
              <a:rPr lang="ar-AE" dirty="0">
                <a:solidFill>
                  <a:schemeClr val="tx1"/>
                </a:solidFill>
              </a:rPr>
              <a:t>ت</a:t>
            </a:r>
            <a:r>
              <a:rPr lang="tr-TR" dirty="0">
                <a:solidFill>
                  <a:schemeClr val="tx1"/>
                </a:solidFill>
              </a:rPr>
              <a:t>)</a:t>
            </a:r>
            <a:r>
              <a:rPr lang="ar-AE" dirty="0">
                <a:solidFill>
                  <a:schemeClr val="tx1"/>
                </a:solidFill>
              </a:rPr>
              <a:t>  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Fael</a:t>
            </a:r>
            <a:r>
              <a:rPr lang="tr-TR" dirty="0">
                <a:solidFill>
                  <a:schemeClr val="tx1"/>
                </a:solidFill>
              </a:rPr>
              <a:t> fiili ile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arasına Elif(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 harfleri ziyadesi ile mazisinin 5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İki yada daha çok kişi arasında müşareket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171411" y="2868371"/>
            <a:ext cx="3931920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تَفَاعَلَ – يَتَفَاعَلُ - تَفَاعُلًا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82202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تَبَاعَدَ – يَتَبَاعَدُ - تَبَاعُدًا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AE" sz="2400" b="1" dirty="0">
                <a:solidFill>
                  <a:schemeClr val="bg1"/>
                </a:solidFill>
              </a:rPr>
              <a:t>2</a:t>
            </a:r>
            <a:r>
              <a:rPr lang="tr-TR" sz="2400" b="1" dirty="0">
                <a:solidFill>
                  <a:schemeClr val="bg1"/>
                </a:solidFill>
              </a:rPr>
              <a:t>. NEVİ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5383C22D-E341-066F-75A7-19C27535530D}"/>
              </a:ext>
            </a:extLst>
          </p:cNvPr>
          <p:cNvSpPr txBox="1"/>
          <p:nvPr/>
        </p:nvSpPr>
        <p:spPr>
          <a:xfrm>
            <a:off x="240820" y="5664681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İki Kişi Misal: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FCB837A-4C75-A9E2-4DA8-0E0171B634EA}"/>
              </a:ext>
            </a:extLst>
          </p:cNvPr>
          <p:cNvSpPr txBox="1"/>
          <p:nvPr/>
        </p:nvSpPr>
        <p:spPr>
          <a:xfrm>
            <a:off x="240820" y="6039766"/>
            <a:ext cx="2812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sz="2400" dirty="0"/>
              <a:t>تَبَاعَدَ زَيْدٌ وَ عَمْرٌو</a:t>
            </a:r>
            <a:endParaRPr lang="tr-TR" sz="2400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D403B7B3-9272-072C-6E00-AB11B81E4068}"/>
              </a:ext>
            </a:extLst>
          </p:cNvPr>
          <p:cNvSpPr txBox="1"/>
          <p:nvPr/>
        </p:nvSpPr>
        <p:spPr>
          <a:xfrm>
            <a:off x="180768" y="6418737"/>
            <a:ext cx="302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ve </a:t>
            </a:r>
            <a:r>
              <a:rPr lang="tr-TR" dirty="0" err="1"/>
              <a:t>Amr</a:t>
            </a:r>
            <a:r>
              <a:rPr lang="tr-TR" dirty="0"/>
              <a:t> uzaklaştı.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0ACA21DE-3CED-250D-6F86-71332F76B3D6}"/>
              </a:ext>
            </a:extLst>
          </p:cNvPr>
          <p:cNvSpPr txBox="1"/>
          <p:nvPr/>
        </p:nvSpPr>
        <p:spPr>
          <a:xfrm>
            <a:off x="8278605" y="5591192"/>
            <a:ext cx="2663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İkiden Fazla Kişiler Misal: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3D88EA6D-68F8-8E02-9EAF-4F0DBC6F7AB2}"/>
              </a:ext>
            </a:extLst>
          </p:cNvPr>
          <p:cNvSpPr txBox="1"/>
          <p:nvPr/>
        </p:nvSpPr>
        <p:spPr>
          <a:xfrm>
            <a:off x="8278605" y="6034013"/>
            <a:ext cx="1646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sz="2400" dirty="0"/>
              <a:t>تَصَالِحَ الْقَوْمُ</a:t>
            </a:r>
            <a:endParaRPr lang="tr-TR" sz="2400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12E07C86-93EE-7684-31EE-C88A51C6D5C6}"/>
              </a:ext>
            </a:extLst>
          </p:cNvPr>
          <p:cNvSpPr txBox="1"/>
          <p:nvPr/>
        </p:nvSpPr>
        <p:spPr>
          <a:xfrm>
            <a:off x="8241821" y="6418737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Kavim sulh yaptı.</a:t>
            </a:r>
          </a:p>
        </p:txBody>
      </p:sp>
    </p:spTree>
    <p:extLst>
      <p:ext uri="{BB962C8B-B14F-4D97-AF65-F5344CB8AC3E}">
        <p14:creationId xmlns:p14="http://schemas.microsoft.com/office/powerpoint/2010/main" val="230666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188228" y="2653995"/>
            <a:ext cx="3501045" cy="1550009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3. NEVİ</a:t>
            </a:r>
          </a:p>
          <a:p>
            <a:pPr algn="ctr"/>
            <a:r>
              <a:rPr lang="tr-TR" dirty="0"/>
              <a:t>1. BAB</a:t>
            </a:r>
          </a:p>
          <a:p>
            <a:pPr algn="ctr"/>
            <a:r>
              <a:rPr lang="ar-AE" sz="3200" b="1" dirty="0"/>
              <a:t>اِسْتِفْعَالْ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088476" y="1005841"/>
            <a:ext cx="3709359" cy="1308734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Elif(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), Se(</a:t>
            </a:r>
            <a:r>
              <a:rPr lang="ar-AE" dirty="0">
                <a:solidFill>
                  <a:schemeClr val="tx1"/>
                </a:solidFill>
              </a:rPr>
              <a:t>س</a:t>
            </a:r>
            <a:r>
              <a:rPr lang="tr-TR" dirty="0">
                <a:solidFill>
                  <a:schemeClr val="tx1"/>
                </a:solidFill>
              </a:rPr>
              <a:t>),  Te(</a:t>
            </a:r>
            <a:r>
              <a:rPr lang="ar-AE" dirty="0">
                <a:solidFill>
                  <a:schemeClr val="tx1"/>
                </a:solidFill>
              </a:rPr>
              <a:t>ت</a:t>
            </a:r>
            <a:r>
              <a:rPr lang="tr-TR" dirty="0">
                <a:solidFill>
                  <a:schemeClr val="tx1"/>
                </a:solidFill>
              </a:rPr>
              <a:t>)</a:t>
            </a:r>
            <a:r>
              <a:rPr lang="ar-AE" dirty="0">
                <a:solidFill>
                  <a:schemeClr val="tx1"/>
                </a:solidFill>
              </a:rPr>
              <a:t> </a:t>
            </a:r>
            <a:r>
              <a:rPr lang="tr-TR" dirty="0">
                <a:solidFill>
                  <a:schemeClr val="tx1"/>
                </a:solidFill>
              </a:rPr>
              <a:t>harfleri ziyadesi ile mazisinin 6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113607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</a:t>
            </a:r>
            <a:r>
              <a:rPr lang="ar-AE" dirty="0">
                <a:solidFill>
                  <a:schemeClr val="tx1"/>
                </a:solidFill>
              </a:rPr>
              <a:t>.</a:t>
            </a:r>
            <a:r>
              <a:rPr lang="tr-TR" dirty="0">
                <a:solidFill>
                  <a:schemeClr val="tx1"/>
                </a:solidFill>
              </a:rPr>
              <a:t>Çoğu kere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olur. </a:t>
            </a:r>
            <a:r>
              <a:rPr lang="tr-TR" dirty="0" err="1">
                <a:solidFill>
                  <a:schemeClr val="tx1"/>
                </a:solidFill>
              </a:rPr>
              <a:t>Bazen’de</a:t>
            </a:r>
            <a:r>
              <a:rPr lang="tr-TR" dirty="0">
                <a:solidFill>
                  <a:schemeClr val="tx1"/>
                </a:solidFill>
              </a:rPr>
              <a:t> talep </a:t>
            </a:r>
            <a:r>
              <a:rPr lang="tr-TR" dirty="0" err="1">
                <a:solidFill>
                  <a:schemeClr val="tx1"/>
                </a:solidFill>
              </a:rPr>
              <a:t>içindirde</a:t>
            </a:r>
            <a:r>
              <a:rPr lang="tr-TR" dirty="0">
                <a:solidFill>
                  <a:schemeClr val="tx1"/>
                </a:solidFill>
              </a:rPr>
              <a:t> denmiştir.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7797836" y="2868371"/>
            <a:ext cx="4280558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اِسْتَفْعَلَ – يَسْتَفْعِلُ - اِسْتِفْعَالًا	</a:t>
            </a:r>
            <a:endParaRPr lang="tr-T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3532910" y="4543425"/>
            <a:ext cx="4879570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اِسْتَخْرَجَ – يَسْتَخْرِجُ - اِسْتِخْرَاجًا	</a:t>
            </a:r>
            <a:endParaRPr lang="tr-T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bg1"/>
                </a:solidFill>
              </a:rPr>
              <a:t>3. NEVİ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D99AFECC-1A06-1A51-95BA-54F057057C9E}"/>
              </a:ext>
            </a:extLst>
          </p:cNvPr>
          <p:cNvSpPr txBox="1"/>
          <p:nvPr/>
        </p:nvSpPr>
        <p:spPr>
          <a:xfrm>
            <a:off x="240820" y="5664681"/>
            <a:ext cx="177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>
                <a:solidFill>
                  <a:srgbClr val="FF0000"/>
                </a:solidFill>
              </a:rPr>
              <a:t>Müteaddi</a:t>
            </a:r>
            <a:r>
              <a:rPr lang="tr-TR" dirty="0">
                <a:solidFill>
                  <a:srgbClr val="FF0000"/>
                </a:solidFill>
              </a:rPr>
              <a:t> Misal: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7B4810FB-E87B-D135-0EAF-C7FE5EB6A3D0}"/>
              </a:ext>
            </a:extLst>
          </p:cNvPr>
          <p:cNvSpPr txBox="1"/>
          <p:nvPr/>
        </p:nvSpPr>
        <p:spPr>
          <a:xfrm>
            <a:off x="240820" y="6039766"/>
            <a:ext cx="2812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sz="2400" dirty="0"/>
              <a:t>اِسْتَخْرَجَ زَيْدٌ الْمَالَ</a:t>
            </a:r>
            <a:endParaRPr lang="tr-TR" sz="2400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CA4B7A6D-57A0-14BC-6903-C7639B0C5878}"/>
              </a:ext>
            </a:extLst>
          </p:cNvPr>
          <p:cNvSpPr txBox="1"/>
          <p:nvPr/>
        </p:nvSpPr>
        <p:spPr>
          <a:xfrm>
            <a:off x="240820" y="6481666"/>
            <a:ext cx="302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malı çıkardı.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374150D9-40BD-71F8-9DF8-6D20F5BC3C0C}"/>
              </a:ext>
            </a:extLst>
          </p:cNvPr>
          <p:cNvSpPr txBox="1"/>
          <p:nvPr/>
        </p:nvSpPr>
        <p:spPr>
          <a:xfrm>
            <a:off x="8449264" y="5574566"/>
            <a:ext cx="1423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Lazım Misal: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C0407972-7926-ECE5-E0FA-5775C6D29843}"/>
              </a:ext>
            </a:extLst>
          </p:cNvPr>
          <p:cNvSpPr txBox="1"/>
          <p:nvPr/>
        </p:nvSpPr>
        <p:spPr>
          <a:xfrm>
            <a:off x="8449264" y="5949651"/>
            <a:ext cx="2515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sz="2400" dirty="0"/>
              <a:t>اِسْتَخْرَجَ الطِّينُ</a:t>
            </a:r>
            <a:endParaRPr lang="tr-TR" sz="2400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BA3636F7-53C7-11C3-B133-EB0D305BA7D4}"/>
              </a:ext>
            </a:extLst>
          </p:cNvPr>
          <p:cNvSpPr txBox="1"/>
          <p:nvPr/>
        </p:nvSpPr>
        <p:spPr>
          <a:xfrm>
            <a:off x="8412480" y="6481666"/>
            <a:ext cx="26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Çamur </a:t>
            </a:r>
            <a:r>
              <a:rPr lang="tr-TR" dirty="0" err="1"/>
              <a:t>taşlatı</a:t>
            </a:r>
            <a:r>
              <a:rPr lang="tr-TR" dirty="0"/>
              <a:t>.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9A4ECD69-DCD0-7354-9195-730DD3F4FFF2}"/>
              </a:ext>
            </a:extLst>
          </p:cNvPr>
          <p:cNvSpPr txBox="1"/>
          <p:nvPr/>
        </p:nvSpPr>
        <p:spPr>
          <a:xfrm>
            <a:off x="3616403" y="5759232"/>
            <a:ext cx="1356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Talep Misal: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A01C367B-7F02-6933-0CE8-16C48EF75434}"/>
              </a:ext>
            </a:extLst>
          </p:cNvPr>
          <p:cNvSpPr txBox="1"/>
          <p:nvPr/>
        </p:nvSpPr>
        <p:spPr>
          <a:xfrm>
            <a:off x="3822966" y="6120549"/>
            <a:ext cx="2515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sz="2400" dirty="0"/>
              <a:t>اَسْتَغْفِرُ الله</a:t>
            </a:r>
            <a:endParaRPr lang="tr-TR" sz="2400" dirty="0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B3D58810-BA54-8762-06DA-23F6A7EECE26}"/>
              </a:ext>
            </a:extLst>
          </p:cNvPr>
          <p:cNvSpPr txBox="1"/>
          <p:nvPr/>
        </p:nvSpPr>
        <p:spPr>
          <a:xfrm>
            <a:off x="3691806" y="6481666"/>
            <a:ext cx="289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Allah’tan mağfiret dilerim.</a:t>
            </a:r>
          </a:p>
        </p:txBody>
      </p:sp>
    </p:spTree>
    <p:extLst>
      <p:ext uri="{BB962C8B-B14F-4D97-AF65-F5344CB8AC3E}">
        <p14:creationId xmlns:p14="http://schemas.microsoft.com/office/powerpoint/2010/main" val="4265281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378035" y="2626822"/>
            <a:ext cx="3435930" cy="160435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3. NEVİ</a:t>
            </a:r>
          </a:p>
          <a:p>
            <a:pPr algn="ctr"/>
            <a:r>
              <a:rPr lang="tr-TR" dirty="0"/>
              <a:t>2. BAB</a:t>
            </a:r>
          </a:p>
          <a:p>
            <a:pPr algn="ctr"/>
            <a:r>
              <a:rPr lang="ar-AE" sz="3200" b="1" dirty="0"/>
              <a:t>اِفْعِيعَالْ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164676" y="789709"/>
            <a:ext cx="3898669" cy="152486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),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ile Lamel fiili arasına </a:t>
            </a:r>
            <a:r>
              <a:rPr lang="tr-TR" dirty="0" err="1">
                <a:solidFill>
                  <a:schemeClr val="tx1"/>
                </a:solidFill>
              </a:rPr>
              <a:t>vav</a:t>
            </a:r>
            <a:r>
              <a:rPr lang="tr-TR" dirty="0">
                <a:solidFill>
                  <a:schemeClr val="tx1"/>
                </a:solidFill>
              </a:rPr>
              <a:t>(</a:t>
            </a:r>
            <a:r>
              <a:rPr lang="ar-AE" dirty="0">
                <a:solidFill>
                  <a:schemeClr val="tx1"/>
                </a:solidFill>
              </a:rPr>
              <a:t>و</a:t>
            </a:r>
            <a:r>
              <a:rPr lang="tr-TR" dirty="0">
                <a:solidFill>
                  <a:schemeClr val="tx1"/>
                </a:solidFill>
              </a:rPr>
              <a:t>) ve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cinsinden harfler ziyadesi ile mazisinin 6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4037463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Lazımın mübalağası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7913717" y="2868371"/>
            <a:ext cx="4186844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اِفْعَوْعَلَ – يَفْعَوْعِلُ – اِفْعِيعَالًا	</a:t>
            </a:r>
            <a:endParaRPr lang="tr-T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3668684" y="4543423"/>
            <a:ext cx="4854632" cy="103441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اِعْشَوْشَبَ – يَعْشَوْشِبُ - اِعْشِيشَابًا	</a:t>
            </a:r>
            <a:endParaRPr lang="tr-T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bg1"/>
                </a:solidFill>
              </a:rPr>
              <a:t>3. NEVİ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8A2F94F4-3899-EBD3-726F-414C61C7870E}"/>
              </a:ext>
            </a:extLst>
          </p:cNvPr>
          <p:cNvSpPr txBox="1"/>
          <p:nvPr/>
        </p:nvSpPr>
        <p:spPr>
          <a:xfrm>
            <a:off x="240819" y="4689335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Misal: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F532CA6B-CC21-AB75-C253-6E684B64597C}"/>
              </a:ext>
            </a:extLst>
          </p:cNvPr>
          <p:cNvSpPr txBox="1"/>
          <p:nvPr/>
        </p:nvSpPr>
        <p:spPr>
          <a:xfrm>
            <a:off x="240819" y="5113387"/>
            <a:ext cx="2812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sz="2400" dirty="0"/>
              <a:t>عَشُبَ الاَرْضُ</a:t>
            </a:r>
            <a:endParaRPr lang="tr-TR" sz="2400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C58E938B-D441-DFF8-0128-7EB36F678159}"/>
              </a:ext>
            </a:extLst>
          </p:cNvPr>
          <p:cNvSpPr txBox="1"/>
          <p:nvPr/>
        </p:nvSpPr>
        <p:spPr>
          <a:xfrm>
            <a:off x="132988" y="5614961"/>
            <a:ext cx="302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Yeryüzü yeşerdi.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413E5B26-81CC-85D7-B2D2-3829E333EE96}"/>
              </a:ext>
            </a:extLst>
          </p:cNvPr>
          <p:cNvSpPr txBox="1"/>
          <p:nvPr/>
        </p:nvSpPr>
        <p:spPr>
          <a:xfrm>
            <a:off x="166584" y="5999104"/>
            <a:ext cx="2812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sz="2400" dirty="0"/>
              <a:t>اِعْشَوْشَبَ الاَرْضُ</a:t>
            </a:r>
            <a:endParaRPr lang="tr-TR" sz="2400" dirty="0"/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9090AD23-5044-668F-F012-B1021FDCADF0}"/>
              </a:ext>
            </a:extLst>
          </p:cNvPr>
          <p:cNvSpPr txBox="1"/>
          <p:nvPr/>
        </p:nvSpPr>
        <p:spPr>
          <a:xfrm>
            <a:off x="166584" y="6460769"/>
            <a:ext cx="302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Yeryüzü</a:t>
            </a:r>
            <a:r>
              <a:rPr lang="ar-AE" dirty="0"/>
              <a:t> </a:t>
            </a:r>
            <a:r>
              <a:rPr lang="tr-TR" dirty="0"/>
              <a:t>çok yeşerdi.</a:t>
            </a:r>
          </a:p>
        </p:txBody>
      </p:sp>
    </p:spTree>
    <p:extLst>
      <p:ext uri="{BB962C8B-B14F-4D97-AF65-F5344CB8AC3E}">
        <p14:creationId xmlns:p14="http://schemas.microsoft.com/office/powerpoint/2010/main" val="848089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461163" y="2651760"/>
            <a:ext cx="3269674" cy="155448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3. NEVİ</a:t>
            </a:r>
          </a:p>
          <a:p>
            <a:pPr algn="ctr"/>
            <a:r>
              <a:rPr lang="tr-TR" dirty="0"/>
              <a:t>3. BAB</a:t>
            </a:r>
          </a:p>
          <a:p>
            <a:pPr algn="ctr"/>
            <a:r>
              <a:rPr lang="ar-AE" sz="3200" b="1" dirty="0"/>
              <a:t>اِفْعِوَّالْ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005841"/>
            <a:ext cx="3709359" cy="1308734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),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ile Lamel fiili arasına 2 </a:t>
            </a:r>
            <a:r>
              <a:rPr lang="tr-TR" dirty="0" err="1">
                <a:solidFill>
                  <a:schemeClr val="tx1"/>
                </a:solidFill>
              </a:rPr>
              <a:t>vav</a:t>
            </a:r>
            <a:r>
              <a:rPr lang="tr-TR" dirty="0">
                <a:solidFill>
                  <a:schemeClr val="tx1"/>
                </a:solidFill>
              </a:rPr>
              <a:t>(</a:t>
            </a:r>
            <a:r>
              <a:rPr lang="ar-AE" dirty="0">
                <a:solidFill>
                  <a:schemeClr val="tx1"/>
                </a:solidFill>
              </a:rPr>
              <a:t>و</a:t>
            </a:r>
            <a:r>
              <a:rPr lang="tr-TR" dirty="0">
                <a:solidFill>
                  <a:schemeClr val="tx1"/>
                </a:solidFill>
              </a:rPr>
              <a:t>) harfleri ziyadesi ile mazisinin 6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Lazımın mübalağası içindir. Bu bab günlük </a:t>
            </a:r>
            <a:r>
              <a:rPr lang="tr-TR" dirty="0" err="1">
                <a:solidFill>
                  <a:schemeClr val="tx1"/>
                </a:solidFill>
              </a:rPr>
              <a:t>arapça</a:t>
            </a:r>
            <a:r>
              <a:rPr lang="ar-AE" dirty="0">
                <a:solidFill>
                  <a:schemeClr val="tx1"/>
                </a:solidFill>
              </a:rPr>
              <a:t> </a:t>
            </a:r>
            <a:r>
              <a:rPr lang="tr-TR" dirty="0">
                <a:solidFill>
                  <a:schemeClr val="tx1"/>
                </a:solidFill>
              </a:rPr>
              <a:t>da çok az kullanılır.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7847215" y="2868371"/>
            <a:ext cx="4272741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اِفْعَوَّلَ – يَفْعَوِّلُ - اِفْعِوَّالًا	</a:t>
            </a:r>
            <a:endParaRPr lang="tr-T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946716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اِجْلَوَّذَ – يَجْلَوِّذُ - اِجْلِوَّاذًا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bg1"/>
                </a:solidFill>
              </a:rPr>
              <a:t>3. NEVİ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25F1822C-A65A-2AD6-A822-88BC22C7F0B8}"/>
              </a:ext>
            </a:extLst>
          </p:cNvPr>
          <p:cNvSpPr txBox="1"/>
          <p:nvPr/>
        </p:nvSpPr>
        <p:spPr>
          <a:xfrm>
            <a:off x="336527" y="4795866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Misal: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95E29101-413C-1D88-6C39-09F5891FE832}"/>
              </a:ext>
            </a:extLst>
          </p:cNvPr>
          <p:cNvSpPr txBox="1"/>
          <p:nvPr/>
        </p:nvSpPr>
        <p:spPr>
          <a:xfrm>
            <a:off x="336527" y="5164239"/>
            <a:ext cx="2812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sz="2400" dirty="0"/>
              <a:t>جَلَذَ الاِبِلُ</a:t>
            </a:r>
            <a:endParaRPr lang="tr-TR" sz="2400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586E817A-E968-F21C-A84C-74F5E590DD12}"/>
              </a:ext>
            </a:extLst>
          </p:cNvPr>
          <p:cNvSpPr txBox="1"/>
          <p:nvPr/>
        </p:nvSpPr>
        <p:spPr>
          <a:xfrm>
            <a:off x="336527" y="5572149"/>
            <a:ext cx="3246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Develer az bir sürat ile yürüdü.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56444D58-53F1-C018-ACE0-D5884D66AC5A}"/>
              </a:ext>
            </a:extLst>
          </p:cNvPr>
          <p:cNvSpPr txBox="1"/>
          <p:nvPr/>
        </p:nvSpPr>
        <p:spPr>
          <a:xfrm>
            <a:off x="336527" y="6384458"/>
            <a:ext cx="302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Develer süratli yürüdü.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A32D877E-9718-3020-2609-A6A8BEA46053}"/>
              </a:ext>
            </a:extLst>
          </p:cNvPr>
          <p:cNvSpPr txBox="1"/>
          <p:nvPr/>
        </p:nvSpPr>
        <p:spPr>
          <a:xfrm>
            <a:off x="336526" y="5933452"/>
            <a:ext cx="2812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sz="2400" dirty="0"/>
              <a:t>اِجْلَوَّذَ الاِبِلُ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4006609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3. NEVİ</a:t>
            </a:r>
          </a:p>
          <a:p>
            <a:pPr algn="ctr"/>
            <a:r>
              <a:rPr lang="tr-TR" dirty="0"/>
              <a:t>4. BAB</a:t>
            </a:r>
          </a:p>
          <a:p>
            <a:pPr algn="ctr"/>
            <a:r>
              <a:rPr lang="ar-AE" sz="3200" b="1" dirty="0"/>
              <a:t>اِفْعِيلَالْ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010419" y="781396"/>
            <a:ext cx="4171160" cy="1533179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),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ile Lamel fiili arasına Elif(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</a:t>
            </a:r>
            <a:r>
              <a:rPr lang="ar-AE" dirty="0">
                <a:solidFill>
                  <a:schemeClr val="tx1"/>
                </a:solidFill>
              </a:rPr>
              <a:t> </a:t>
            </a:r>
            <a:r>
              <a:rPr lang="tr-TR" dirty="0">
                <a:solidFill>
                  <a:schemeClr val="tx1"/>
                </a:solidFill>
              </a:rPr>
              <a:t> ve sonuna Lamel cinsinden harfler ziyadesi ile mazisinin 6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23811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Lazımın mübalağası içindir. Ancak bu </a:t>
            </a:r>
            <a:r>
              <a:rPr lang="tr-TR" dirty="0" err="1">
                <a:solidFill>
                  <a:schemeClr val="tx1"/>
                </a:solidFill>
              </a:rPr>
              <a:t>bab’ın</a:t>
            </a:r>
            <a:r>
              <a:rPr lang="tr-TR" dirty="0">
                <a:solidFill>
                  <a:schemeClr val="tx1"/>
                </a:solidFill>
              </a:rPr>
              <a:t> binası </a:t>
            </a:r>
            <a:r>
              <a:rPr lang="ar-AE" sz="1800" b="1" dirty="0"/>
              <a:t>اِفْعِلَالْ</a:t>
            </a:r>
            <a:r>
              <a:rPr lang="tr-TR" sz="1800" b="1" dirty="0"/>
              <a:t> </a:t>
            </a:r>
            <a:r>
              <a:rPr lang="tr-TR" sz="1800" dirty="0" err="1"/>
              <a:t>bab’ından</a:t>
            </a:r>
            <a:r>
              <a:rPr lang="tr-TR" sz="1800" dirty="0"/>
              <a:t> daha mübalağalıdır.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063345" y="2868371"/>
            <a:ext cx="388783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اِفْعَالَّ – يَفْعَالُّ - اِفْعِيلَالًا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3890812" y="4498039"/>
            <a:ext cx="4410374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اِحْمَارَّ – يَحْمَارُّ - اِحْمِيرَارًا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bg1"/>
                </a:solidFill>
              </a:rPr>
              <a:t>3. NEVİ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03D86960-53FD-AAC9-63D0-44633BEE3D70}"/>
              </a:ext>
            </a:extLst>
          </p:cNvPr>
          <p:cNvSpPr txBox="1"/>
          <p:nvPr/>
        </p:nvSpPr>
        <p:spPr>
          <a:xfrm>
            <a:off x="336527" y="4795866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Misal: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0BD51D84-9E2D-2D69-C0F9-B236B320E0DA}"/>
              </a:ext>
            </a:extLst>
          </p:cNvPr>
          <p:cNvSpPr txBox="1"/>
          <p:nvPr/>
        </p:nvSpPr>
        <p:spPr>
          <a:xfrm>
            <a:off x="336527" y="5164239"/>
            <a:ext cx="2812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sz="2400" dirty="0"/>
              <a:t>حَمُرَ زَيْدٌ</a:t>
            </a:r>
            <a:endParaRPr lang="tr-TR" sz="2400" dirty="0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4E75F418-A8F3-7AE4-A436-876C196C3570}"/>
              </a:ext>
            </a:extLst>
          </p:cNvPr>
          <p:cNvSpPr txBox="1"/>
          <p:nvPr/>
        </p:nvSpPr>
        <p:spPr>
          <a:xfrm>
            <a:off x="336527" y="5572149"/>
            <a:ext cx="302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 kızardı.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DDC6E4F7-214D-FC39-98E8-B6F3740C900B}"/>
              </a:ext>
            </a:extLst>
          </p:cNvPr>
          <p:cNvSpPr txBox="1"/>
          <p:nvPr/>
        </p:nvSpPr>
        <p:spPr>
          <a:xfrm>
            <a:off x="336527" y="5949866"/>
            <a:ext cx="2812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sz="2400" dirty="0"/>
              <a:t>اِحْمَرَّ زَيْدٌ</a:t>
            </a:r>
            <a:endParaRPr lang="tr-TR" sz="2400" dirty="0"/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A8CAB398-E376-7549-94F3-D9473D8C121F}"/>
              </a:ext>
            </a:extLst>
          </p:cNvPr>
          <p:cNvSpPr txBox="1"/>
          <p:nvPr/>
        </p:nvSpPr>
        <p:spPr>
          <a:xfrm>
            <a:off x="336527" y="6384458"/>
            <a:ext cx="302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</a:t>
            </a:r>
            <a:r>
              <a:rPr lang="ar-AE" dirty="0"/>
              <a:t> </a:t>
            </a:r>
            <a:r>
              <a:rPr lang="tr-TR" dirty="0"/>
              <a:t>çok kızardı. (mübalağa)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164E4CCA-9CBB-2DE4-6A0F-DB6FDEEE4E3F}"/>
              </a:ext>
            </a:extLst>
          </p:cNvPr>
          <p:cNvSpPr txBox="1"/>
          <p:nvPr/>
        </p:nvSpPr>
        <p:spPr>
          <a:xfrm>
            <a:off x="3950180" y="6001866"/>
            <a:ext cx="2812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sz="2400" dirty="0"/>
              <a:t>اِحْمَارَّ زَيْدٌ</a:t>
            </a:r>
            <a:endParaRPr lang="tr-TR" sz="2400" dirty="0"/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3EA84498-48F1-3F42-0575-1551889C5CA5}"/>
              </a:ext>
            </a:extLst>
          </p:cNvPr>
          <p:cNvSpPr txBox="1"/>
          <p:nvPr/>
        </p:nvSpPr>
        <p:spPr>
          <a:xfrm>
            <a:off x="3950179" y="6384458"/>
            <a:ext cx="6035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Zeyd</a:t>
            </a:r>
            <a:r>
              <a:rPr lang="ar-AE" dirty="0"/>
              <a:t> </a:t>
            </a:r>
            <a:r>
              <a:rPr lang="tr-TR" dirty="0"/>
              <a:t>ziyade mübalağa ile kızardı. (mübalağa ziyadesiyle)</a:t>
            </a:r>
          </a:p>
        </p:txBody>
      </p:sp>
    </p:spTree>
    <p:extLst>
      <p:ext uri="{BB962C8B-B14F-4D97-AF65-F5344CB8AC3E}">
        <p14:creationId xmlns:p14="http://schemas.microsoft.com/office/powerpoint/2010/main" val="975404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</TotalTime>
  <Words>1424</Words>
  <Application>Microsoft Office PowerPoint</Application>
  <PresentationFormat>Geniş ekran</PresentationFormat>
  <Paragraphs>331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Teması</vt:lpstr>
      <vt:lpstr>SÜLASİ MÜCERRED BABLAR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Ayhan KARAMAN</dc:creator>
  <cp:lastModifiedBy>Ayhan Karaman</cp:lastModifiedBy>
  <cp:revision>12</cp:revision>
  <dcterms:created xsi:type="dcterms:W3CDTF">2026-08-20T13:56:45Z</dcterms:created>
  <dcterms:modified xsi:type="dcterms:W3CDTF">2026-09-10T00:22:31Z</dcterms:modified>
</cp:coreProperties>
</file>